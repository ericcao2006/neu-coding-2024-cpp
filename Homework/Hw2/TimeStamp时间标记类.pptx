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3" r:id="rId1"/>
  </p:sldMasterIdLst>
  <p:notesMasterIdLst>
    <p:notesMasterId r:id="rId13"/>
  </p:notesMasterIdLst>
  <p:handoutMasterIdLst>
    <p:handoutMasterId r:id="rId14"/>
  </p:handoutMasterIdLst>
  <p:sldIdLst>
    <p:sldId id="439" r:id="rId2"/>
    <p:sldId id="441" r:id="rId3"/>
    <p:sldId id="442" r:id="rId4"/>
    <p:sldId id="443" r:id="rId5"/>
    <p:sldId id="446" r:id="rId6"/>
    <p:sldId id="444" r:id="rId7"/>
    <p:sldId id="447" r:id="rId8"/>
    <p:sldId id="448" r:id="rId9"/>
    <p:sldId id="449" r:id="rId10"/>
    <p:sldId id="450" r:id="rId11"/>
    <p:sldId id="445" r:id="rId12"/>
  </p:sldIdLst>
  <p:sldSz cx="9144000" cy="6858000" type="screen4x3"/>
  <p:notesSz cx="6834188" cy="9979025"/>
  <p:defaultTex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15:guide id="1" orient="horz" pos="3143">
          <p15:clr>
            <a:srgbClr val="A4A3A4"/>
          </p15:clr>
        </p15:guide>
        <p15:guide id="2" pos="2153">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FFFF"/>
    <a:srgbClr val="0000FF"/>
    <a:srgbClr val="66FFFF"/>
    <a:srgbClr val="009900"/>
    <a:srgbClr val="FF9900"/>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176" autoAdjust="0"/>
    <p:restoredTop sz="74368" autoAdjust="0"/>
  </p:normalViewPr>
  <p:slideViewPr>
    <p:cSldViewPr>
      <p:cViewPr varScale="1">
        <p:scale>
          <a:sx n="95" d="100"/>
          <a:sy n="95" d="100"/>
        </p:scale>
        <p:origin x="2624" y="192"/>
      </p:cViewPr>
      <p:guideLst>
        <p:guide orient="horz" pos="2880"/>
        <p:guide pos="2160"/>
      </p:guideLst>
    </p:cSldViewPr>
  </p:slideViewPr>
  <p:outlineViewPr>
    <p:cViewPr>
      <p:scale>
        <a:sx n="33" d="100"/>
        <a:sy n="33" d="100"/>
      </p:scale>
      <p:origin x="0" y="0"/>
    </p:cViewPr>
    <p:sldLst>
      <p:sld r:id="rId1" collapse="1"/>
      <p:sld r:id="rId2" collapse="1"/>
      <p:sld r:id="rId3" collapse="1"/>
      <p:sld r:id="rId4" collapse="1"/>
    </p:sldLst>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43" d="100"/>
          <a:sy n="43" d="100"/>
        </p:scale>
        <p:origin x="-1416" y="-84"/>
      </p:cViewPr>
      <p:guideLst>
        <p:guide orient="horz" pos="3143"/>
        <p:guide pos="2153"/>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_rels/viewProps.xml.rels><?xml version="1.0" encoding="UTF-8" standalone="yes"?>
<Relationships xmlns="http://schemas.openxmlformats.org/package/2006/relationships"><Relationship Id="rId3" Type="http://schemas.openxmlformats.org/officeDocument/2006/relationships/slide" Target="slides/slide8.xml"/><Relationship Id="rId2" Type="http://schemas.openxmlformats.org/officeDocument/2006/relationships/slide" Target="slides/slide7.xml"/><Relationship Id="rId1" Type="http://schemas.openxmlformats.org/officeDocument/2006/relationships/slide" Target="slides/slide5.xml"/><Relationship Id="rId4" Type="http://schemas.openxmlformats.org/officeDocument/2006/relationships/slide" Target="slides/slide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62275" cy="498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eaLnBrk="1" hangingPunct="1">
              <a:defRPr sz="1200"/>
            </a:lvl1pPr>
          </a:lstStyle>
          <a:p>
            <a:endParaRPr lang="en-US" altLang="zh-CN"/>
          </a:p>
        </p:txBody>
      </p:sp>
      <p:sp>
        <p:nvSpPr>
          <p:cNvPr id="3075" name="Rectangle 3"/>
          <p:cNvSpPr>
            <a:spLocks noGrp="1" noChangeArrowheads="1"/>
          </p:cNvSpPr>
          <p:nvPr>
            <p:ph type="dt" sz="quarter" idx="1"/>
          </p:nvPr>
        </p:nvSpPr>
        <p:spPr bwMode="auto">
          <a:xfrm>
            <a:off x="3873500" y="0"/>
            <a:ext cx="2960688" cy="498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eaLnBrk="1" hangingPunct="1">
              <a:defRPr sz="1200"/>
            </a:lvl1pPr>
          </a:lstStyle>
          <a:p>
            <a:endParaRPr lang="en-US" altLang="zh-CN"/>
          </a:p>
        </p:txBody>
      </p:sp>
      <p:sp>
        <p:nvSpPr>
          <p:cNvPr id="3076" name="Rectangle 4"/>
          <p:cNvSpPr>
            <a:spLocks noGrp="1" noChangeArrowheads="1"/>
          </p:cNvSpPr>
          <p:nvPr>
            <p:ph type="ftr" sz="quarter" idx="2"/>
          </p:nvPr>
        </p:nvSpPr>
        <p:spPr bwMode="auto">
          <a:xfrm>
            <a:off x="0" y="9480550"/>
            <a:ext cx="2962275" cy="498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eaLnBrk="1" hangingPunct="1">
              <a:defRPr sz="1200"/>
            </a:lvl1pPr>
          </a:lstStyle>
          <a:p>
            <a:endParaRPr lang="en-US" altLang="zh-CN"/>
          </a:p>
        </p:txBody>
      </p:sp>
      <p:sp>
        <p:nvSpPr>
          <p:cNvPr id="3077" name="Rectangle 5"/>
          <p:cNvSpPr>
            <a:spLocks noGrp="1" noChangeArrowheads="1"/>
          </p:cNvSpPr>
          <p:nvPr>
            <p:ph type="sldNum" sz="quarter" idx="3"/>
          </p:nvPr>
        </p:nvSpPr>
        <p:spPr bwMode="auto">
          <a:xfrm>
            <a:off x="3873500" y="9480550"/>
            <a:ext cx="2960688" cy="498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lgn="r" eaLnBrk="1" hangingPunct="1">
              <a:defRPr sz="1200"/>
            </a:lvl1pPr>
          </a:lstStyle>
          <a:p>
            <a:fld id="{4AAE6125-5F50-4DDD-BB1D-5CA63C2E236B}" type="slidenum">
              <a:rPr lang="en-US" altLang="zh-CN"/>
              <a:pPr/>
              <a:t>‹#›</a:t>
            </a:fld>
            <a:endParaRPr lang="en-US" altLang="zh-CN"/>
          </a:p>
        </p:txBody>
      </p:sp>
    </p:spTree>
    <p:extLst>
      <p:ext uri="{BB962C8B-B14F-4D97-AF65-F5344CB8AC3E}">
        <p14:creationId xmlns:p14="http://schemas.microsoft.com/office/powerpoint/2010/main" val="265463863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62275" cy="498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eaLnBrk="1" hangingPunct="1">
              <a:defRPr sz="1200"/>
            </a:lvl1pPr>
          </a:lstStyle>
          <a:p>
            <a:endParaRPr lang="en-US" altLang="zh-CN"/>
          </a:p>
        </p:txBody>
      </p:sp>
      <p:sp>
        <p:nvSpPr>
          <p:cNvPr id="2051" name="Rectangle 3"/>
          <p:cNvSpPr>
            <a:spLocks noGrp="1" noChangeArrowheads="1"/>
          </p:cNvSpPr>
          <p:nvPr>
            <p:ph type="dt" idx="1"/>
          </p:nvPr>
        </p:nvSpPr>
        <p:spPr bwMode="auto">
          <a:xfrm>
            <a:off x="3873500" y="0"/>
            <a:ext cx="2960688" cy="498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eaLnBrk="1" hangingPunct="1">
              <a:defRPr sz="1200"/>
            </a:lvl1pPr>
          </a:lstStyle>
          <a:p>
            <a:endParaRPr lang="en-US" altLang="zh-CN"/>
          </a:p>
        </p:txBody>
      </p:sp>
      <p:sp>
        <p:nvSpPr>
          <p:cNvPr id="2052" name="Rectangle 4"/>
          <p:cNvSpPr>
            <a:spLocks noGrp="1" noRot="1" noChangeAspect="1" noChangeArrowheads="1"/>
          </p:cNvSpPr>
          <p:nvPr>
            <p:ph type="sldImg" idx="2"/>
          </p:nvPr>
        </p:nvSpPr>
        <p:spPr bwMode="auto">
          <a:xfrm>
            <a:off x="922338" y="747713"/>
            <a:ext cx="4991100" cy="3743325"/>
          </a:xfrm>
          <a:prstGeom prst="rect">
            <a:avLst/>
          </a:prstGeom>
          <a:noFill/>
          <a:ln w="9525">
            <a:solidFill>
              <a:srgbClr val="000000"/>
            </a:solidFill>
            <a:miter lim="800000"/>
            <a:headEnd/>
            <a:tailEnd/>
          </a:ln>
        </p:spPr>
      </p:sp>
      <p:sp>
        <p:nvSpPr>
          <p:cNvPr id="2053" name="Rectangle 5"/>
          <p:cNvSpPr>
            <a:spLocks noGrp="1" noChangeArrowheads="1"/>
          </p:cNvSpPr>
          <p:nvPr>
            <p:ph type="body" sz="quarter" idx="3"/>
          </p:nvPr>
        </p:nvSpPr>
        <p:spPr bwMode="auto">
          <a:xfrm>
            <a:off x="911225" y="4740275"/>
            <a:ext cx="5011738" cy="44910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单击以编辑母版文本样式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054" name="Rectangle 6"/>
          <p:cNvSpPr>
            <a:spLocks noGrp="1" noChangeArrowheads="1"/>
          </p:cNvSpPr>
          <p:nvPr>
            <p:ph type="ftr" sz="quarter" idx="4"/>
          </p:nvPr>
        </p:nvSpPr>
        <p:spPr bwMode="auto">
          <a:xfrm>
            <a:off x="0" y="9480550"/>
            <a:ext cx="2962275" cy="498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eaLnBrk="1" hangingPunct="1">
              <a:defRPr sz="1200"/>
            </a:lvl1pPr>
          </a:lstStyle>
          <a:p>
            <a:endParaRPr lang="en-US" altLang="zh-CN"/>
          </a:p>
        </p:txBody>
      </p:sp>
      <p:sp>
        <p:nvSpPr>
          <p:cNvPr id="2055" name="Rectangle 7"/>
          <p:cNvSpPr>
            <a:spLocks noGrp="1" noChangeArrowheads="1"/>
          </p:cNvSpPr>
          <p:nvPr>
            <p:ph type="sldNum" sz="quarter" idx="5"/>
          </p:nvPr>
        </p:nvSpPr>
        <p:spPr bwMode="auto">
          <a:xfrm>
            <a:off x="3873500" y="9480550"/>
            <a:ext cx="2960688" cy="498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lgn="r" eaLnBrk="1" hangingPunct="1">
              <a:defRPr sz="1200"/>
            </a:lvl1pPr>
          </a:lstStyle>
          <a:p>
            <a:fld id="{9172206B-2AE6-499F-B7D8-324FB249A862}" type="slidenum">
              <a:rPr lang="en-US" altLang="zh-CN"/>
              <a:pPr/>
              <a:t>‹#›</a:t>
            </a:fld>
            <a:endParaRPr lang="en-US" altLang="zh-CN"/>
          </a:p>
        </p:txBody>
      </p:sp>
    </p:spTree>
    <p:extLst>
      <p:ext uri="{BB962C8B-B14F-4D97-AF65-F5344CB8AC3E}">
        <p14:creationId xmlns:p14="http://schemas.microsoft.com/office/powerpoint/2010/main" val="394457708"/>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fontAlgn="base">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fontAlgn="base">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fontAlgn="base">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fontAlgn="base">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要求</a:t>
            </a:r>
            <a:r>
              <a:rPr lang="en-US" altLang="zh-CN" dirty="0" err="1"/>
              <a:t>TimeStamp</a:t>
            </a:r>
            <a:r>
              <a:rPr lang="zh-CN" altLang="en-US" dirty="0"/>
              <a:t>的公有接口包含提供以上服务的成员函数</a:t>
            </a:r>
          </a:p>
        </p:txBody>
      </p:sp>
      <p:sp>
        <p:nvSpPr>
          <p:cNvPr id="4" name="灯片编号占位符 3"/>
          <p:cNvSpPr>
            <a:spLocks noGrp="1"/>
          </p:cNvSpPr>
          <p:nvPr>
            <p:ph type="sldNum" sz="quarter" idx="10"/>
          </p:nvPr>
        </p:nvSpPr>
        <p:spPr/>
        <p:txBody>
          <a:bodyPr/>
          <a:lstStyle/>
          <a:p>
            <a:fld id="{9172206B-2AE6-499F-B7D8-324FB249A862}" type="slidenum">
              <a:rPr lang="en-US" altLang="zh-CN" smtClean="0"/>
              <a:pPr/>
              <a:t>1</a:t>
            </a:fld>
            <a:endParaRPr lang="en-US" altLang="zh-CN"/>
          </a:p>
        </p:txBody>
      </p:sp>
    </p:spTree>
    <p:extLst>
      <p:ext uri="{BB962C8B-B14F-4D97-AF65-F5344CB8AC3E}">
        <p14:creationId xmlns:p14="http://schemas.microsoft.com/office/powerpoint/2010/main" val="19193941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Extract</a:t>
            </a:r>
            <a:r>
              <a:rPr lang="zh-CN" altLang="en-US" dirty="0"/>
              <a:t>函数是私有成员函数，只能由公有成员函数调用。先调用</a:t>
            </a:r>
            <a:r>
              <a:rPr lang="en-US" altLang="zh-CN" dirty="0" err="1"/>
              <a:t>ctime</a:t>
            </a:r>
            <a:r>
              <a:rPr lang="zh-CN" altLang="en-US" dirty="0"/>
              <a:t>，将私有成。员</a:t>
            </a:r>
            <a:r>
              <a:rPr lang="en-US" altLang="zh-CN" dirty="0"/>
              <a:t>stamp</a:t>
            </a:r>
            <a:r>
              <a:rPr lang="zh-CN" altLang="en-US" dirty="0"/>
              <a:t>地址传过去，</a:t>
            </a:r>
            <a:r>
              <a:rPr lang="en-US" altLang="zh-CN" dirty="0"/>
              <a:t>stamp</a:t>
            </a:r>
            <a:r>
              <a:rPr lang="zh-CN" altLang="en-US" dirty="0"/>
              <a:t>是一个</a:t>
            </a:r>
            <a:r>
              <a:rPr lang="en-US" altLang="zh-CN" dirty="0" err="1"/>
              <a:t>time_t</a:t>
            </a:r>
            <a:r>
              <a:rPr lang="zh-CN" altLang="en-US" dirty="0"/>
              <a:t>类型变量，存储一个表示时间的算术值。</a:t>
            </a:r>
            <a:endParaRPr lang="en-US" altLang="zh-CN" dirty="0"/>
          </a:p>
          <a:p>
            <a:r>
              <a:rPr lang="zh-CN" altLang="en-US" dirty="0"/>
              <a:t>每次</a:t>
            </a:r>
            <a:r>
              <a:rPr lang="en-US" altLang="zh-CN" dirty="0"/>
              <a:t>extract</a:t>
            </a:r>
            <a:r>
              <a:rPr lang="zh-CN" altLang="en-US" dirty="0"/>
              <a:t>函数调用</a:t>
            </a:r>
            <a:r>
              <a:rPr lang="en-US" altLang="zh-CN" dirty="0" err="1"/>
              <a:t>ctime</a:t>
            </a:r>
            <a:r>
              <a:rPr lang="zh-CN" altLang="en-US" dirty="0"/>
              <a:t>会产生一个新代表时间的字符串，返回适当的子串</a:t>
            </a:r>
          </a:p>
        </p:txBody>
      </p:sp>
      <p:sp>
        <p:nvSpPr>
          <p:cNvPr id="4" name="灯片编号占位符 3"/>
          <p:cNvSpPr>
            <a:spLocks noGrp="1"/>
          </p:cNvSpPr>
          <p:nvPr>
            <p:ph type="sldNum" sz="quarter" idx="10"/>
          </p:nvPr>
        </p:nvSpPr>
        <p:spPr/>
        <p:txBody>
          <a:bodyPr/>
          <a:lstStyle/>
          <a:p>
            <a:fld id="{9172206B-2AE6-499F-B7D8-324FB249A862}" type="slidenum">
              <a:rPr lang="en-US" altLang="zh-CN" smtClean="0"/>
              <a:pPr/>
              <a:t>9</a:t>
            </a:fld>
            <a:endParaRPr lang="en-US" altLang="zh-CN"/>
          </a:p>
        </p:txBody>
      </p:sp>
    </p:spTree>
    <p:extLst>
      <p:ext uri="{BB962C8B-B14F-4D97-AF65-F5344CB8AC3E}">
        <p14:creationId xmlns:p14="http://schemas.microsoft.com/office/powerpoint/2010/main" val="25377162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Ref idx="1003">
        <a:schemeClr val="bg1"/>
      </p:bgRef>
    </p:bg>
    <p:spTree>
      <p:nvGrpSpPr>
        <p:cNvPr id="1" name=""/>
        <p:cNvGrpSpPr/>
        <p:nvPr/>
      </p:nvGrpSpPr>
      <p:grpSpPr>
        <a:xfrm>
          <a:off x="0" y="0"/>
          <a:ext cx="0" cy="0"/>
          <a:chOff x="0" y="0"/>
          <a:chExt cx="0" cy="0"/>
        </a:xfrm>
      </p:grpSpPr>
      <p:sp>
        <p:nvSpPr>
          <p:cNvPr id="12" name="矩形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圆角矩形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副标题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zh-CN" altLang="en-US"/>
              <a:t>单击此处编辑母版副标题样式</a:t>
            </a:r>
            <a:endParaRPr kumimoji="0" lang="en-US"/>
          </a:p>
        </p:txBody>
      </p:sp>
      <p:sp>
        <p:nvSpPr>
          <p:cNvPr id="28" name="日期占位符 27"/>
          <p:cNvSpPr>
            <a:spLocks noGrp="1"/>
          </p:cNvSpPr>
          <p:nvPr>
            <p:ph type="dt" sz="half" idx="10"/>
          </p:nvPr>
        </p:nvSpPr>
        <p:spPr/>
        <p:txBody>
          <a:bodyPr/>
          <a:lstStyle/>
          <a:p>
            <a:endParaRPr lang="en-US" altLang="zh-CN"/>
          </a:p>
        </p:txBody>
      </p:sp>
      <p:sp>
        <p:nvSpPr>
          <p:cNvPr id="17" name="页脚占位符 16"/>
          <p:cNvSpPr>
            <a:spLocks noGrp="1"/>
          </p:cNvSpPr>
          <p:nvPr>
            <p:ph type="ftr" sz="quarter" idx="11"/>
          </p:nvPr>
        </p:nvSpPr>
        <p:spPr/>
        <p:txBody>
          <a:bodyPr/>
          <a:lstStyle/>
          <a:p>
            <a:endParaRPr lang="en-US" altLang="zh-CN"/>
          </a:p>
        </p:txBody>
      </p:sp>
      <p:sp>
        <p:nvSpPr>
          <p:cNvPr id="29" name="灯片编号占位符 28"/>
          <p:cNvSpPr>
            <a:spLocks noGrp="1"/>
          </p:cNvSpPr>
          <p:nvPr>
            <p:ph type="sldNum" sz="quarter" idx="12"/>
          </p:nvPr>
        </p:nvSpPr>
        <p:spPr/>
        <p:txBody>
          <a:bodyPr lIns="0" tIns="0" rIns="0" bIns="0">
            <a:noAutofit/>
          </a:bodyPr>
          <a:lstStyle>
            <a:lvl1pPr>
              <a:defRPr sz="1400">
                <a:solidFill>
                  <a:srgbClr val="FFFFFF"/>
                </a:solidFill>
              </a:defRPr>
            </a:lvl1pPr>
          </a:lstStyle>
          <a:p>
            <a:fld id="{F02DD017-FB2E-47D9-8292-63894899072C}" type="slidenum">
              <a:rPr lang="en-US" altLang="zh-CN" smtClean="0"/>
              <a:pPr/>
              <a:t>‹#›</a:t>
            </a:fld>
            <a:endParaRPr lang="en-US" altLang="zh-CN"/>
          </a:p>
        </p:txBody>
      </p:sp>
      <p:sp>
        <p:nvSpPr>
          <p:cNvPr id="7" name="矩形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矩形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矩形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标题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zh-CN" altLang="en-US"/>
              <a:t>单击此处编辑母版标题样式</a:t>
            </a:r>
            <a:endParaRPr kumimoji="0" lang="en-US"/>
          </a:p>
        </p:txBody>
      </p:sp>
    </p:spTree>
  </p:cSld>
  <p:clrMapOvr>
    <a:overrideClrMapping bg1="lt1" tx1="dk1" bg2="lt2" tx2="dk2" accent1="accent1" accent2="accent2" accent3="accent3" accent4="accent4" accent5="accent5" accent6="accent6" hlink="hlink" folHlink="folHlink"/>
  </p:clrMapOvr>
  <p:transition>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4" name="日期占位符 3"/>
          <p:cNvSpPr>
            <a:spLocks noGrp="1"/>
          </p:cNvSpPr>
          <p:nvPr>
            <p:ph type="dt" sz="half" idx="10"/>
          </p:nvPr>
        </p:nvSpPr>
        <p:spPr/>
        <p:txBody>
          <a:bodyPr/>
          <a:lstStyle/>
          <a:p>
            <a:endParaRPr lang="en-US" altLang="zh-CN"/>
          </a:p>
        </p:txBody>
      </p:sp>
      <p:sp>
        <p:nvSpPr>
          <p:cNvPr id="5" name="页脚占位符 4"/>
          <p:cNvSpPr>
            <a:spLocks noGrp="1"/>
          </p:cNvSpPr>
          <p:nvPr>
            <p:ph type="ftr" sz="quarter" idx="11"/>
          </p:nvPr>
        </p:nvSpPr>
        <p:spPr/>
        <p:txBody>
          <a:bodyPr/>
          <a:lstStyle/>
          <a:p>
            <a:endParaRPr lang="en-US" altLang="zh-CN"/>
          </a:p>
        </p:txBody>
      </p:sp>
      <p:sp>
        <p:nvSpPr>
          <p:cNvPr id="6" name="灯片编号占位符 5"/>
          <p:cNvSpPr>
            <a:spLocks noGrp="1"/>
          </p:cNvSpPr>
          <p:nvPr>
            <p:ph type="sldNum" sz="quarter" idx="12"/>
          </p:nvPr>
        </p:nvSpPr>
        <p:spPr/>
        <p:txBody>
          <a:bodyPr/>
          <a:lstStyle/>
          <a:p>
            <a:fld id="{AF52A8C4-B963-4844-9310-AC9518F7E63E}" type="slidenum">
              <a:rPr lang="en-US" altLang="zh-CN" smtClean="0"/>
              <a:pPr/>
              <a:t>‹#›</a:t>
            </a:fld>
            <a:endParaRPr lang="en-US" altLang="zh-CN"/>
          </a:p>
        </p:txBody>
      </p:sp>
      <p:sp>
        <p:nvSpPr>
          <p:cNvPr id="8" name="内容占位符 7"/>
          <p:cNvSpPr>
            <a:spLocks noGrp="1"/>
          </p:cNvSpPr>
          <p:nvPr>
            <p:ph sz="quarter" idx="1"/>
          </p:nvPr>
        </p:nvSpPr>
        <p:spPr>
          <a:xfrm>
            <a:off x="914400" y="1447800"/>
            <a:ext cx="7772400" cy="4572000"/>
          </a:xfrm>
        </p:spPr>
        <p:txBody>
          <a:bodyPr vert="horz"/>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transition>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bg>
      <p:bgRef idx="1003">
        <a:schemeClr val="bg1"/>
      </p:bgRef>
    </p:bg>
    <p:spTree>
      <p:nvGrpSpPr>
        <p:cNvPr id="1" name=""/>
        <p:cNvGrpSpPr/>
        <p:nvPr/>
      </p:nvGrpSpPr>
      <p:grpSpPr>
        <a:xfrm>
          <a:off x="0" y="0"/>
          <a:ext cx="0" cy="0"/>
          <a:chOff x="0" y="0"/>
          <a:chExt cx="0" cy="0"/>
        </a:xfrm>
      </p:grpSpPr>
      <p:sp>
        <p:nvSpPr>
          <p:cNvPr id="11" name="矩形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圆角矩形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标题 1"/>
          <p:cNvSpPr>
            <a:spLocks noGrp="1"/>
          </p:cNvSpPr>
          <p:nvPr>
            <p:ph type="title"/>
          </p:nvPr>
        </p:nvSpPr>
        <p:spPr>
          <a:xfrm>
            <a:off x="722313" y="952500"/>
            <a:ext cx="7772400" cy="1362075"/>
          </a:xfrm>
        </p:spPr>
        <p:txBody>
          <a:bodyPr anchor="b" anchorCtr="0"/>
          <a:lstStyle>
            <a:lvl1pPr algn="l">
              <a:buNone/>
              <a:defRPr sz="4000" b="0" cap="none"/>
            </a:lvl1p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CN" altLang="en-US"/>
              <a:t>单击此处编辑母版文本样式</a:t>
            </a:r>
          </a:p>
        </p:txBody>
      </p:sp>
      <p:sp>
        <p:nvSpPr>
          <p:cNvPr id="4" name="日期占位符 3"/>
          <p:cNvSpPr>
            <a:spLocks noGrp="1"/>
          </p:cNvSpPr>
          <p:nvPr>
            <p:ph type="dt" sz="half" idx="10"/>
          </p:nvPr>
        </p:nvSpPr>
        <p:spPr/>
        <p:txBody>
          <a:bodyPr/>
          <a:lstStyle/>
          <a:p>
            <a:endParaRPr lang="en-US" altLang="zh-CN"/>
          </a:p>
        </p:txBody>
      </p:sp>
      <p:sp>
        <p:nvSpPr>
          <p:cNvPr id="5" name="页脚占位符 4"/>
          <p:cNvSpPr>
            <a:spLocks noGrp="1"/>
          </p:cNvSpPr>
          <p:nvPr>
            <p:ph type="ftr" sz="quarter" idx="11"/>
          </p:nvPr>
        </p:nvSpPr>
        <p:spPr>
          <a:xfrm>
            <a:off x="800100" y="6172200"/>
            <a:ext cx="4000500" cy="457200"/>
          </a:xfrm>
        </p:spPr>
        <p:txBody>
          <a:bodyPr/>
          <a:lstStyle/>
          <a:p>
            <a:endParaRPr lang="en-US" altLang="zh-CN"/>
          </a:p>
        </p:txBody>
      </p:sp>
      <p:sp>
        <p:nvSpPr>
          <p:cNvPr id="7" name="矩形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矩形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矩形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灯片编号占位符 5"/>
          <p:cNvSpPr>
            <a:spLocks noGrp="1"/>
          </p:cNvSpPr>
          <p:nvPr>
            <p:ph type="sldNum" sz="quarter" idx="12"/>
          </p:nvPr>
        </p:nvSpPr>
        <p:spPr>
          <a:xfrm>
            <a:off x="146304" y="6208776"/>
            <a:ext cx="457200" cy="457200"/>
          </a:xfrm>
        </p:spPr>
        <p:txBody>
          <a:bodyPr/>
          <a:lstStyle/>
          <a:p>
            <a:fld id="{1A1E2086-FBC1-4ACA-B246-0572B31094F6}" type="slidenum">
              <a:rPr lang="en-US" altLang="zh-CN" smtClean="0"/>
              <a:pPr/>
              <a:t>‹#›</a:t>
            </a:fld>
            <a:endParaRPr lang="en-US" altLang="zh-CN"/>
          </a:p>
        </p:txBody>
      </p:sp>
    </p:spTree>
  </p:cSld>
  <p:clrMapOvr>
    <a:overrideClrMapping bg1="lt1" tx1="dk1" bg2="lt2" tx2="dk2" accent1="accent1" accent2="accent2" accent3="accent3" accent4="accent4" accent5="accent5" accent6="accent6" hlink="hlink" folHlink="folHlink"/>
  </p:clrMapOvr>
  <p:transition>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5" name="日期占位符 4"/>
          <p:cNvSpPr>
            <a:spLocks noGrp="1"/>
          </p:cNvSpPr>
          <p:nvPr>
            <p:ph type="dt" sz="half" idx="10"/>
          </p:nvPr>
        </p:nvSpPr>
        <p:spPr/>
        <p:txBody>
          <a:bodyPr/>
          <a:lstStyle/>
          <a:p>
            <a:endParaRPr lang="en-US" altLang="zh-CN"/>
          </a:p>
        </p:txBody>
      </p:sp>
      <p:sp>
        <p:nvSpPr>
          <p:cNvPr id="6" name="页脚占位符 5"/>
          <p:cNvSpPr>
            <a:spLocks noGrp="1"/>
          </p:cNvSpPr>
          <p:nvPr>
            <p:ph type="ftr" sz="quarter" idx="11"/>
          </p:nvPr>
        </p:nvSpPr>
        <p:spPr/>
        <p:txBody>
          <a:bodyPr/>
          <a:lstStyle/>
          <a:p>
            <a:endParaRPr lang="en-US" altLang="zh-CN"/>
          </a:p>
        </p:txBody>
      </p:sp>
      <p:sp>
        <p:nvSpPr>
          <p:cNvPr id="7" name="灯片编号占位符 6"/>
          <p:cNvSpPr>
            <a:spLocks noGrp="1"/>
          </p:cNvSpPr>
          <p:nvPr>
            <p:ph type="sldNum" sz="quarter" idx="12"/>
          </p:nvPr>
        </p:nvSpPr>
        <p:spPr/>
        <p:txBody>
          <a:bodyPr/>
          <a:lstStyle/>
          <a:p>
            <a:fld id="{B5E682A4-7D3D-4C26-B08B-981DE7D9F8D2}" type="slidenum">
              <a:rPr lang="en-US" altLang="zh-CN" smtClean="0"/>
              <a:pPr/>
              <a:t>‹#›</a:t>
            </a:fld>
            <a:endParaRPr lang="en-US" altLang="zh-CN"/>
          </a:p>
        </p:txBody>
      </p:sp>
      <p:sp>
        <p:nvSpPr>
          <p:cNvPr id="9" name="内容占位符 8"/>
          <p:cNvSpPr>
            <a:spLocks noGrp="1"/>
          </p:cNvSpPr>
          <p:nvPr>
            <p:ph sz="quarter" idx="1"/>
          </p:nvPr>
        </p:nvSpPr>
        <p:spPr>
          <a:xfrm>
            <a:off x="914400" y="1447800"/>
            <a:ext cx="3749040" cy="4572000"/>
          </a:xfrm>
        </p:spPr>
        <p:txBody>
          <a:bodyPr vert="horz"/>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
        <p:nvSpPr>
          <p:cNvPr id="11" name="内容占位符 10"/>
          <p:cNvSpPr>
            <a:spLocks noGrp="1"/>
          </p:cNvSpPr>
          <p:nvPr>
            <p:ph sz="quarter" idx="2"/>
          </p:nvPr>
        </p:nvSpPr>
        <p:spPr>
          <a:xfrm>
            <a:off x="4933950" y="1447800"/>
            <a:ext cx="3749040" cy="4572000"/>
          </a:xfrm>
        </p:spPr>
        <p:txBody>
          <a:bodyPr vert="horz"/>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Tree>
  </p:cSld>
  <p:clrMapOvr>
    <a:masterClrMapping/>
  </p:clrMapOvr>
  <p:transition>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914400" y="273050"/>
            <a:ext cx="7772400" cy="1143000"/>
          </a:xfrm>
        </p:spPr>
        <p:txBody>
          <a:bodyPr anchor="b" anchorCtr="0"/>
          <a:lstStyle>
            <a:lvl1pPr>
              <a:defRPr/>
            </a:lvl1p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a:t>单击此处编辑母版文本样式</a:t>
            </a:r>
          </a:p>
        </p:txBody>
      </p:sp>
      <p:sp>
        <p:nvSpPr>
          <p:cNvPr id="4" name="文本占位符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a:t>单击此处编辑母版文本样式</a:t>
            </a:r>
          </a:p>
        </p:txBody>
      </p:sp>
      <p:sp>
        <p:nvSpPr>
          <p:cNvPr id="7" name="日期占位符 6"/>
          <p:cNvSpPr>
            <a:spLocks noGrp="1"/>
          </p:cNvSpPr>
          <p:nvPr>
            <p:ph type="dt" sz="half" idx="10"/>
          </p:nvPr>
        </p:nvSpPr>
        <p:spPr/>
        <p:txBody>
          <a:bodyPr/>
          <a:lstStyle/>
          <a:p>
            <a:endParaRPr lang="en-US" altLang="zh-CN"/>
          </a:p>
        </p:txBody>
      </p:sp>
      <p:sp>
        <p:nvSpPr>
          <p:cNvPr id="8" name="页脚占位符 7"/>
          <p:cNvSpPr>
            <a:spLocks noGrp="1"/>
          </p:cNvSpPr>
          <p:nvPr>
            <p:ph type="ftr" sz="quarter" idx="11"/>
          </p:nvPr>
        </p:nvSpPr>
        <p:spPr/>
        <p:txBody>
          <a:bodyPr/>
          <a:lstStyle/>
          <a:p>
            <a:endParaRPr lang="en-US" altLang="zh-CN"/>
          </a:p>
        </p:txBody>
      </p:sp>
      <p:sp>
        <p:nvSpPr>
          <p:cNvPr id="9" name="灯片编号占位符 8"/>
          <p:cNvSpPr>
            <a:spLocks noGrp="1"/>
          </p:cNvSpPr>
          <p:nvPr>
            <p:ph type="sldNum" sz="quarter" idx="12"/>
          </p:nvPr>
        </p:nvSpPr>
        <p:spPr/>
        <p:txBody>
          <a:bodyPr/>
          <a:lstStyle/>
          <a:p>
            <a:fld id="{B5B19036-A3E5-4CD1-B6B4-0E74BA3CF58D}" type="slidenum">
              <a:rPr lang="en-US" altLang="zh-CN" smtClean="0"/>
              <a:pPr/>
              <a:t>‹#›</a:t>
            </a:fld>
            <a:endParaRPr lang="en-US" altLang="zh-CN"/>
          </a:p>
        </p:txBody>
      </p:sp>
      <p:sp>
        <p:nvSpPr>
          <p:cNvPr id="11" name="内容占位符 10"/>
          <p:cNvSpPr>
            <a:spLocks noGrp="1"/>
          </p:cNvSpPr>
          <p:nvPr>
            <p:ph sz="half" idx="2"/>
          </p:nvPr>
        </p:nvSpPr>
        <p:spPr>
          <a:xfrm>
            <a:off x="914400" y="2247900"/>
            <a:ext cx="3733800" cy="3886200"/>
          </a:xfrm>
        </p:spPr>
        <p:txBody>
          <a:bodyPr vert="horz"/>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
        <p:nvSpPr>
          <p:cNvPr id="13" name="内容占位符 12"/>
          <p:cNvSpPr>
            <a:spLocks noGrp="1"/>
          </p:cNvSpPr>
          <p:nvPr>
            <p:ph sz="half" idx="4"/>
          </p:nvPr>
        </p:nvSpPr>
        <p:spPr>
          <a:xfrm>
            <a:off x="4953000" y="2247900"/>
            <a:ext cx="3733800" cy="3886200"/>
          </a:xfrm>
        </p:spPr>
        <p:txBody>
          <a:bodyPr vert="horz"/>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Tree>
  </p:cSld>
  <p:clrMapOvr>
    <a:masterClrMapping/>
  </p:clrMapOvr>
  <p:transition>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日期占位符 2"/>
          <p:cNvSpPr>
            <a:spLocks noGrp="1"/>
          </p:cNvSpPr>
          <p:nvPr>
            <p:ph type="dt" sz="half" idx="10"/>
          </p:nvPr>
        </p:nvSpPr>
        <p:spPr/>
        <p:txBody>
          <a:bodyPr/>
          <a:lstStyle/>
          <a:p>
            <a:endParaRPr lang="en-US" altLang="zh-CN"/>
          </a:p>
        </p:txBody>
      </p:sp>
      <p:sp>
        <p:nvSpPr>
          <p:cNvPr id="4" name="页脚占位符 3"/>
          <p:cNvSpPr>
            <a:spLocks noGrp="1"/>
          </p:cNvSpPr>
          <p:nvPr>
            <p:ph type="ftr" sz="quarter" idx="11"/>
          </p:nvPr>
        </p:nvSpPr>
        <p:spPr/>
        <p:txBody>
          <a:bodyPr/>
          <a:lstStyle/>
          <a:p>
            <a:endParaRPr lang="en-US" altLang="zh-CN"/>
          </a:p>
        </p:txBody>
      </p:sp>
      <p:sp>
        <p:nvSpPr>
          <p:cNvPr id="5" name="灯片编号占位符 4"/>
          <p:cNvSpPr>
            <a:spLocks noGrp="1"/>
          </p:cNvSpPr>
          <p:nvPr>
            <p:ph type="sldNum" sz="quarter" idx="12"/>
          </p:nvPr>
        </p:nvSpPr>
        <p:spPr/>
        <p:txBody>
          <a:bodyPr/>
          <a:lstStyle/>
          <a:p>
            <a:fld id="{692F6D9E-C421-4128-B3B7-4D4DBAF035D4}" type="slidenum">
              <a:rPr lang="en-US" altLang="zh-CN" smtClean="0"/>
              <a:pPr/>
              <a:t>‹#›</a:t>
            </a:fld>
            <a:endParaRPr lang="en-US" altLang="zh-CN"/>
          </a:p>
        </p:txBody>
      </p:sp>
    </p:spTree>
  </p:cSld>
  <p:clrMapOvr>
    <a:masterClrMapping/>
  </p:clrMapOvr>
  <p:transition>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lang="en-US" altLang="zh-CN"/>
          </a:p>
        </p:txBody>
      </p:sp>
      <p:sp>
        <p:nvSpPr>
          <p:cNvPr id="3" name="页脚占位符 2"/>
          <p:cNvSpPr>
            <a:spLocks noGrp="1"/>
          </p:cNvSpPr>
          <p:nvPr>
            <p:ph type="ftr" sz="quarter" idx="11"/>
          </p:nvPr>
        </p:nvSpPr>
        <p:spPr/>
        <p:txBody>
          <a:bodyPr/>
          <a:lstStyle/>
          <a:p>
            <a:endParaRPr lang="en-US" altLang="zh-CN"/>
          </a:p>
        </p:txBody>
      </p:sp>
      <p:sp>
        <p:nvSpPr>
          <p:cNvPr id="4" name="灯片编号占位符 3"/>
          <p:cNvSpPr>
            <a:spLocks noGrp="1"/>
          </p:cNvSpPr>
          <p:nvPr>
            <p:ph type="sldNum" sz="quarter" idx="12"/>
          </p:nvPr>
        </p:nvSpPr>
        <p:spPr/>
        <p:txBody>
          <a:bodyPr/>
          <a:lstStyle/>
          <a:p>
            <a:fld id="{43D5FC71-E2ED-472C-ADB5-A7A007F5CC0D}" type="slidenum">
              <a:rPr lang="en-US" altLang="zh-CN" smtClean="0"/>
              <a:pPr/>
              <a:t>‹#›</a:t>
            </a:fld>
            <a:endParaRPr lang="en-US" altLang="zh-CN"/>
          </a:p>
        </p:txBody>
      </p:sp>
    </p:spTree>
  </p:cSld>
  <p:clrMapOvr>
    <a:masterClrMapping/>
  </p:clrMapOvr>
  <p:transition>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圆角矩形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标题 1"/>
          <p:cNvSpPr>
            <a:spLocks noGrp="1"/>
          </p:cNvSpPr>
          <p:nvPr>
            <p:ph type="title"/>
          </p:nvPr>
        </p:nvSpPr>
        <p:spPr>
          <a:xfrm>
            <a:off x="914400" y="273050"/>
            <a:ext cx="7772400" cy="1143000"/>
          </a:xfrm>
        </p:spPr>
        <p:txBody>
          <a:bodyPr anchor="b" anchorCtr="0"/>
          <a:lstStyle>
            <a:lvl1pPr algn="l">
              <a:buNone/>
              <a:defRPr sz="4000" b="0"/>
            </a:lvl1pPr>
          </a:lstStyle>
          <a:p>
            <a:r>
              <a:rPr kumimoji="0" lang="zh-CN" altLang="en-US"/>
              <a:t>单击此处编辑母版标题样式</a:t>
            </a:r>
            <a:endParaRPr kumimoji="0" lang="en-US"/>
          </a:p>
        </p:txBody>
      </p:sp>
      <p:sp>
        <p:nvSpPr>
          <p:cNvPr id="3" name="文本占位符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zh-CN" altLang="en-US"/>
              <a:t>单击此处编辑母版文本样式</a:t>
            </a:r>
          </a:p>
        </p:txBody>
      </p:sp>
      <p:sp>
        <p:nvSpPr>
          <p:cNvPr id="5" name="日期占位符 4"/>
          <p:cNvSpPr>
            <a:spLocks noGrp="1"/>
          </p:cNvSpPr>
          <p:nvPr>
            <p:ph type="dt" sz="half" idx="10"/>
          </p:nvPr>
        </p:nvSpPr>
        <p:spPr/>
        <p:txBody>
          <a:bodyPr/>
          <a:lstStyle/>
          <a:p>
            <a:endParaRPr lang="en-US" altLang="zh-CN"/>
          </a:p>
        </p:txBody>
      </p:sp>
      <p:sp>
        <p:nvSpPr>
          <p:cNvPr id="6" name="页脚占位符 5"/>
          <p:cNvSpPr>
            <a:spLocks noGrp="1"/>
          </p:cNvSpPr>
          <p:nvPr>
            <p:ph type="ftr" sz="quarter" idx="11"/>
          </p:nvPr>
        </p:nvSpPr>
        <p:spPr/>
        <p:txBody>
          <a:bodyPr/>
          <a:lstStyle/>
          <a:p>
            <a:endParaRPr lang="en-US" altLang="zh-CN"/>
          </a:p>
        </p:txBody>
      </p:sp>
      <p:sp>
        <p:nvSpPr>
          <p:cNvPr id="7" name="灯片编号占位符 6"/>
          <p:cNvSpPr>
            <a:spLocks noGrp="1"/>
          </p:cNvSpPr>
          <p:nvPr>
            <p:ph type="sldNum" sz="quarter" idx="12"/>
          </p:nvPr>
        </p:nvSpPr>
        <p:spPr/>
        <p:txBody>
          <a:bodyPr/>
          <a:lstStyle/>
          <a:p>
            <a:fld id="{DC74D869-19CE-4A93-92D7-60C20F6DDAD3}" type="slidenum">
              <a:rPr lang="en-US" altLang="zh-CN" smtClean="0"/>
              <a:pPr/>
              <a:t>‹#›</a:t>
            </a:fld>
            <a:endParaRPr lang="en-US" altLang="zh-CN"/>
          </a:p>
        </p:txBody>
      </p:sp>
      <p:sp>
        <p:nvSpPr>
          <p:cNvPr id="11" name="内容占位符 10"/>
          <p:cNvSpPr>
            <a:spLocks noGrp="1"/>
          </p:cNvSpPr>
          <p:nvPr>
            <p:ph sz="quarter" idx="1"/>
          </p:nvPr>
        </p:nvSpPr>
        <p:spPr>
          <a:xfrm>
            <a:off x="2971800" y="1600200"/>
            <a:ext cx="5715000" cy="4495800"/>
          </a:xfrm>
        </p:spPr>
        <p:txBody>
          <a:bodyPr vert="horz"/>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transition>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zh-CN" altLang="en-US"/>
              <a:t>单击此处编辑母版标题样式</a:t>
            </a:r>
            <a:endParaRPr kumimoji="0" lang="en-US"/>
          </a:p>
        </p:txBody>
      </p:sp>
      <p:sp>
        <p:nvSpPr>
          <p:cNvPr id="4" name="文本占位符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zh-CN" altLang="en-US"/>
              <a:t>单击此处编辑母版文本样式</a:t>
            </a:r>
          </a:p>
        </p:txBody>
      </p:sp>
      <p:sp>
        <p:nvSpPr>
          <p:cNvPr id="5" name="日期占位符 4"/>
          <p:cNvSpPr>
            <a:spLocks noGrp="1"/>
          </p:cNvSpPr>
          <p:nvPr>
            <p:ph type="dt" sz="half" idx="10"/>
          </p:nvPr>
        </p:nvSpPr>
        <p:spPr/>
        <p:txBody>
          <a:bodyPr/>
          <a:lstStyle/>
          <a:p>
            <a:endParaRPr lang="en-US" altLang="zh-CN"/>
          </a:p>
        </p:txBody>
      </p:sp>
      <p:sp>
        <p:nvSpPr>
          <p:cNvPr id="6" name="页脚占位符 5"/>
          <p:cNvSpPr>
            <a:spLocks noGrp="1"/>
          </p:cNvSpPr>
          <p:nvPr>
            <p:ph type="ftr" sz="quarter" idx="11"/>
          </p:nvPr>
        </p:nvSpPr>
        <p:spPr>
          <a:xfrm>
            <a:off x="914400" y="6172200"/>
            <a:ext cx="3886200" cy="457200"/>
          </a:xfrm>
        </p:spPr>
        <p:txBody>
          <a:bodyPr/>
          <a:lstStyle/>
          <a:p>
            <a:endParaRPr lang="en-US" altLang="zh-CN"/>
          </a:p>
        </p:txBody>
      </p:sp>
      <p:sp>
        <p:nvSpPr>
          <p:cNvPr id="7" name="灯片编号占位符 6"/>
          <p:cNvSpPr>
            <a:spLocks noGrp="1"/>
          </p:cNvSpPr>
          <p:nvPr>
            <p:ph type="sldNum" sz="quarter" idx="12"/>
          </p:nvPr>
        </p:nvSpPr>
        <p:spPr>
          <a:xfrm>
            <a:off x="146304" y="6208776"/>
            <a:ext cx="457200" cy="457200"/>
          </a:xfrm>
        </p:spPr>
        <p:txBody>
          <a:bodyPr/>
          <a:lstStyle/>
          <a:p>
            <a:fld id="{415FD646-48A1-4A27-B7DE-53696E433AEF}" type="slidenum">
              <a:rPr lang="en-US" altLang="zh-CN" smtClean="0"/>
              <a:pPr/>
              <a:t>‹#›</a:t>
            </a:fld>
            <a:endParaRPr lang="en-US" altLang="zh-CN"/>
          </a:p>
        </p:txBody>
      </p:sp>
      <p:sp>
        <p:nvSpPr>
          <p:cNvPr id="11" name="矩形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矩形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矩形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图片占位符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zh-CN" altLang="en-US"/>
              <a:t>单击图标添加图片</a:t>
            </a:r>
            <a:endParaRPr kumimoji="0" lang="en-US" dirty="0"/>
          </a:p>
        </p:txBody>
      </p:sp>
    </p:spTree>
  </p:cSld>
  <p:clrMapOvr>
    <a:masterClrMapping/>
  </p:clrMapOvr>
  <p:transition>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
        <p:nvSpPr>
          <p:cNvPr id="4" name="日期占位符 3"/>
          <p:cNvSpPr>
            <a:spLocks noGrp="1"/>
          </p:cNvSpPr>
          <p:nvPr>
            <p:ph type="dt" sz="half" idx="10"/>
          </p:nvPr>
        </p:nvSpPr>
        <p:spPr/>
        <p:txBody>
          <a:bodyPr/>
          <a:lstStyle/>
          <a:p>
            <a:endParaRPr lang="en-US" altLang="zh-CN"/>
          </a:p>
        </p:txBody>
      </p:sp>
      <p:sp>
        <p:nvSpPr>
          <p:cNvPr id="5" name="页脚占位符 4"/>
          <p:cNvSpPr>
            <a:spLocks noGrp="1"/>
          </p:cNvSpPr>
          <p:nvPr>
            <p:ph type="ftr" sz="quarter" idx="11"/>
          </p:nvPr>
        </p:nvSpPr>
        <p:spPr/>
        <p:txBody>
          <a:bodyPr/>
          <a:lstStyle/>
          <a:p>
            <a:endParaRPr lang="en-US" altLang="zh-CN"/>
          </a:p>
        </p:txBody>
      </p:sp>
      <p:sp>
        <p:nvSpPr>
          <p:cNvPr id="6" name="灯片编号占位符 5"/>
          <p:cNvSpPr>
            <a:spLocks noGrp="1"/>
          </p:cNvSpPr>
          <p:nvPr>
            <p:ph type="sldNum" sz="quarter" idx="12"/>
          </p:nvPr>
        </p:nvSpPr>
        <p:spPr/>
        <p:txBody>
          <a:bodyPr/>
          <a:lstStyle/>
          <a:p>
            <a:fld id="{D563664C-0126-440B-A124-300D7968787F}" type="slidenum">
              <a:rPr lang="en-US" altLang="zh-CN" smtClean="0"/>
              <a:pPr/>
              <a:t>‹#›</a:t>
            </a:fld>
            <a:endParaRPr lang="en-US" altLang="zh-CN"/>
          </a:p>
        </p:txBody>
      </p:sp>
    </p:spTree>
  </p:cSld>
  <p:clrMapOvr>
    <a:masterClrMapping/>
  </p:clrMapOvr>
  <p:transition>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41"/>
            <a:ext cx="2011680" cy="5851525"/>
          </a:xfrm>
        </p:spPr>
        <p:txBody>
          <a:bodyPr vert="eaVert"/>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a:xfrm>
            <a:off x="914400" y="274640"/>
            <a:ext cx="5562600" cy="5851525"/>
          </a:xfrm>
        </p:spPr>
        <p:txBody>
          <a:bodyPr vert="eaVert"/>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
        <p:nvSpPr>
          <p:cNvPr id="4" name="日期占位符 3"/>
          <p:cNvSpPr>
            <a:spLocks noGrp="1"/>
          </p:cNvSpPr>
          <p:nvPr>
            <p:ph type="dt" sz="half" idx="10"/>
          </p:nvPr>
        </p:nvSpPr>
        <p:spPr/>
        <p:txBody>
          <a:bodyPr/>
          <a:lstStyle/>
          <a:p>
            <a:endParaRPr lang="en-US" altLang="zh-CN"/>
          </a:p>
        </p:txBody>
      </p:sp>
      <p:sp>
        <p:nvSpPr>
          <p:cNvPr id="5" name="页脚占位符 4"/>
          <p:cNvSpPr>
            <a:spLocks noGrp="1"/>
          </p:cNvSpPr>
          <p:nvPr>
            <p:ph type="ftr" sz="quarter" idx="11"/>
          </p:nvPr>
        </p:nvSpPr>
        <p:spPr/>
        <p:txBody>
          <a:bodyPr/>
          <a:lstStyle/>
          <a:p>
            <a:endParaRPr lang="en-US" altLang="zh-CN"/>
          </a:p>
        </p:txBody>
      </p:sp>
      <p:sp>
        <p:nvSpPr>
          <p:cNvPr id="6" name="灯片编号占位符 5"/>
          <p:cNvSpPr>
            <a:spLocks noGrp="1"/>
          </p:cNvSpPr>
          <p:nvPr>
            <p:ph type="sldNum" sz="quarter" idx="12"/>
          </p:nvPr>
        </p:nvSpPr>
        <p:spPr/>
        <p:txBody>
          <a:bodyPr/>
          <a:lstStyle/>
          <a:p>
            <a:fld id="{17E46AC3-60D9-4941-94FB-B9BD531FEF0D}" type="slidenum">
              <a:rPr lang="en-US" altLang="zh-CN" smtClean="0"/>
              <a:pPr/>
              <a:t>‹#›</a:t>
            </a:fld>
            <a:endParaRPr lang="en-US" altLang="zh-CN"/>
          </a:p>
        </p:txBody>
      </p:sp>
    </p:spTree>
  </p:cSld>
  <p:clrMapOvr>
    <a:masterClrMapping/>
  </p:clrMapOvr>
  <p:transition>
    <p:rand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457200"/>
            <a:ext cx="77724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685800" y="1981200"/>
            <a:ext cx="3810000" cy="4114800"/>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4648200" y="1981200"/>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685800" y="6248400"/>
            <a:ext cx="1905000" cy="457200"/>
          </a:xfrm>
        </p:spPr>
        <p:txBody>
          <a:bodyPr/>
          <a:lstStyle>
            <a:lvl1pPr>
              <a:defRPr/>
            </a:lvl1pPr>
          </a:lstStyle>
          <a:p>
            <a:endParaRPr lang="en-US" altLang="zh-CN"/>
          </a:p>
        </p:txBody>
      </p:sp>
      <p:sp>
        <p:nvSpPr>
          <p:cNvPr id="6" name="页脚占位符 5"/>
          <p:cNvSpPr>
            <a:spLocks noGrp="1"/>
          </p:cNvSpPr>
          <p:nvPr>
            <p:ph type="ftr" sz="quarter" idx="11"/>
          </p:nvPr>
        </p:nvSpPr>
        <p:spPr>
          <a:xfrm>
            <a:off x="3124200" y="6248400"/>
            <a:ext cx="2895600" cy="457200"/>
          </a:xfrm>
        </p:spPr>
        <p:txBody>
          <a:bodyPr/>
          <a:lstStyle>
            <a:lvl1pPr>
              <a:defRPr/>
            </a:lvl1pPr>
          </a:lstStyle>
          <a:p>
            <a:endParaRPr lang="en-US" altLang="zh-CN"/>
          </a:p>
        </p:txBody>
      </p:sp>
      <p:sp>
        <p:nvSpPr>
          <p:cNvPr id="7" name="灯片编号占位符 6"/>
          <p:cNvSpPr>
            <a:spLocks noGrp="1"/>
          </p:cNvSpPr>
          <p:nvPr>
            <p:ph type="sldNum" sz="quarter" idx="12"/>
          </p:nvPr>
        </p:nvSpPr>
        <p:spPr>
          <a:xfrm>
            <a:off x="6553200" y="6248400"/>
            <a:ext cx="1905000" cy="457200"/>
          </a:xfrm>
        </p:spPr>
        <p:txBody>
          <a:bodyPr/>
          <a:lstStyle>
            <a:lvl1pPr>
              <a:defRPr/>
            </a:lvl1pPr>
          </a:lstStyle>
          <a:p>
            <a:fld id="{0D703F81-D164-4123-9588-598A09572465}" type="slidenum">
              <a:rPr lang="en-US" altLang="zh-CN"/>
              <a:pPr/>
              <a:t>‹#›</a:t>
            </a:fld>
            <a:endParaRPr lang="en-US" altLang="zh-CN"/>
          </a:p>
        </p:txBody>
      </p:sp>
    </p:spTree>
    <p:extLst>
      <p:ext uri="{BB962C8B-B14F-4D97-AF65-F5344CB8AC3E}">
        <p14:creationId xmlns:p14="http://schemas.microsoft.com/office/powerpoint/2010/main" val="2520671533"/>
      </p:ext>
    </p:extLst>
  </p:cSld>
  <p:clrMapOvr>
    <a:masterClrMapping/>
  </p:clrMapOvr>
  <p:transition>
    <p:rand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457200"/>
            <a:ext cx="77724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685800" y="1981200"/>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981200"/>
            <a:ext cx="3810000" cy="1981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48200" y="4114800"/>
            <a:ext cx="3810000" cy="1981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日期占位符 5"/>
          <p:cNvSpPr>
            <a:spLocks noGrp="1"/>
          </p:cNvSpPr>
          <p:nvPr>
            <p:ph type="dt" sz="half" idx="10"/>
          </p:nvPr>
        </p:nvSpPr>
        <p:spPr>
          <a:xfrm>
            <a:off x="685800" y="6248400"/>
            <a:ext cx="1905000" cy="457200"/>
          </a:xfrm>
        </p:spPr>
        <p:txBody>
          <a:bodyPr/>
          <a:lstStyle>
            <a:lvl1pPr>
              <a:defRPr/>
            </a:lvl1pPr>
          </a:lstStyle>
          <a:p>
            <a:endParaRPr lang="en-US" altLang="zh-CN"/>
          </a:p>
        </p:txBody>
      </p:sp>
      <p:sp>
        <p:nvSpPr>
          <p:cNvPr id="7" name="页脚占位符 6"/>
          <p:cNvSpPr>
            <a:spLocks noGrp="1"/>
          </p:cNvSpPr>
          <p:nvPr>
            <p:ph type="ftr" sz="quarter" idx="11"/>
          </p:nvPr>
        </p:nvSpPr>
        <p:spPr>
          <a:xfrm>
            <a:off x="3124200" y="6248400"/>
            <a:ext cx="2895600" cy="457200"/>
          </a:xfrm>
        </p:spPr>
        <p:txBody>
          <a:bodyPr/>
          <a:lstStyle>
            <a:lvl1pPr>
              <a:defRPr/>
            </a:lvl1pPr>
          </a:lstStyle>
          <a:p>
            <a:endParaRPr lang="en-US" altLang="zh-CN"/>
          </a:p>
        </p:txBody>
      </p:sp>
      <p:sp>
        <p:nvSpPr>
          <p:cNvPr id="8" name="灯片编号占位符 7"/>
          <p:cNvSpPr>
            <a:spLocks noGrp="1"/>
          </p:cNvSpPr>
          <p:nvPr>
            <p:ph type="sldNum" sz="quarter" idx="12"/>
          </p:nvPr>
        </p:nvSpPr>
        <p:spPr>
          <a:xfrm>
            <a:off x="6553200" y="6248400"/>
            <a:ext cx="1905000" cy="457200"/>
          </a:xfrm>
        </p:spPr>
        <p:txBody>
          <a:bodyPr/>
          <a:lstStyle>
            <a:lvl1pPr>
              <a:defRPr/>
            </a:lvl1pPr>
          </a:lstStyle>
          <a:p>
            <a:fld id="{9533C75E-4091-41DD-B7E2-CE9C9934E80B}" type="slidenum">
              <a:rPr lang="en-US" altLang="zh-CN"/>
              <a:pPr/>
              <a:t>‹#›</a:t>
            </a:fld>
            <a:endParaRPr lang="en-US" altLang="zh-CN"/>
          </a:p>
        </p:txBody>
      </p:sp>
    </p:spTree>
    <p:extLst>
      <p:ext uri="{BB962C8B-B14F-4D97-AF65-F5344CB8AC3E}">
        <p14:creationId xmlns:p14="http://schemas.microsoft.com/office/powerpoint/2010/main" val="2297815088"/>
      </p:ext>
    </p:extLst>
  </p:cSld>
  <p:clrMapOvr>
    <a:masterClrMapping/>
  </p:clrMapOvr>
  <p:transition>
    <p:random/>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fourObj">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685800" y="457200"/>
            <a:ext cx="7772400" cy="1143000"/>
          </a:xfrm>
        </p:spPr>
        <p:txBody>
          <a:bodyPr/>
          <a:lstStyle/>
          <a:p>
            <a:r>
              <a:rPr lang="zh-CN" altLang="en-US"/>
              <a:t>单击此处编辑母版标题样式</a:t>
            </a:r>
          </a:p>
        </p:txBody>
      </p:sp>
      <p:sp>
        <p:nvSpPr>
          <p:cNvPr id="3" name="内容占位符 2"/>
          <p:cNvSpPr>
            <a:spLocks noGrp="1"/>
          </p:cNvSpPr>
          <p:nvPr>
            <p:ph sz="quarter" idx="1"/>
          </p:nvPr>
        </p:nvSpPr>
        <p:spPr>
          <a:xfrm>
            <a:off x="685800" y="1981200"/>
            <a:ext cx="3810000" cy="1981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981200"/>
            <a:ext cx="3810000" cy="1981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85800" y="4114800"/>
            <a:ext cx="3810000" cy="1981200"/>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内容占位符 5"/>
          <p:cNvSpPr>
            <a:spLocks noGrp="1"/>
          </p:cNvSpPr>
          <p:nvPr>
            <p:ph sz="quarter" idx="4"/>
          </p:nvPr>
        </p:nvSpPr>
        <p:spPr>
          <a:xfrm>
            <a:off x="4648200" y="4114800"/>
            <a:ext cx="3810000" cy="1981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685800" y="6248400"/>
            <a:ext cx="1905000" cy="457200"/>
          </a:xfrm>
        </p:spPr>
        <p:txBody>
          <a:bodyPr/>
          <a:lstStyle>
            <a:lvl1pPr>
              <a:defRPr/>
            </a:lvl1pPr>
          </a:lstStyle>
          <a:p>
            <a:endParaRPr lang="en-US" altLang="zh-CN"/>
          </a:p>
        </p:txBody>
      </p:sp>
      <p:sp>
        <p:nvSpPr>
          <p:cNvPr id="8" name="页脚占位符 7"/>
          <p:cNvSpPr>
            <a:spLocks noGrp="1"/>
          </p:cNvSpPr>
          <p:nvPr>
            <p:ph type="ftr" sz="quarter" idx="11"/>
          </p:nvPr>
        </p:nvSpPr>
        <p:spPr>
          <a:xfrm>
            <a:off x="3124200" y="6248400"/>
            <a:ext cx="2895600" cy="457200"/>
          </a:xfrm>
        </p:spPr>
        <p:txBody>
          <a:bodyPr/>
          <a:lstStyle>
            <a:lvl1pPr>
              <a:defRPr/>
            </a:lvl1pPr>
          </a:lstStyle>
          <a:p>
            <a:endParaRPr lang="en-US" altLang="zh-CN"/>
          </a:p>
        </p:txBody>
      </p:sp>
      <p:sp>
        <p:nvSpPr>
          <p:cNvPr id="9" name="灯片编号占位符 8"/>
          <p:cNvSpPr>
            <a:spLocks noGrp="1"/>
          </p:cNvSpPr>
          <p:nvPr>
            <p:ph type="sldNum" sz="quarter" idx="12"/>
          </p:nvPr>
        </p:nvSpPr>
        <p:spPr>
          <a:xfrm>
            <a:off x="6553200" y="6248400"/>
            <a:ext cx="1905000" cy="457200"/>
          </a:xfrm>
        </p:spPr>
        <p:txBody>
          <a:bodyPr/>
          <a:lstStyle>
            <a:lvl1pPr>
              <a:defRPr/>
            </a:lvl1pPr>
          </a:lstStyle>
          <a:p>
            <a:fld id="{5BADA19E-4CFE-48B7-ABDD-FB05097AA7B1}" type="slidenum">
              <a:rPr lang="en-US" altLang="zh-CN"/>
              <a:pPr/>
              <a:t>‹#›</a:t>
            </a:fld>
            <a:endParaRPr lang="en-US" altLang="zh-CN"/>
          </a:p>
        </p:txBody>
      </p:sp>
    </p:spTree>
    <p:extLst>
      <p:ext uri="{BB962C8B-B14F-4D97-AF65-F5344CB8AC3E}">
        <p14:creationId xmlns:p14="http://schemas.microsoft.com/office/powerpoint/2010/main" val="687184760"/>
      </p:ext>
    </p:extLst>
  </p:cSld>
  <p:clrMapOvr>
    <a:masterClrMapping/>
  </p:clrMapOvr>
  <p:transition>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矩形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圆角矩形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标题占位符 21"/>
          <p:cNvSpPr>
            <a:spLocks noGrp="1"/>
          </p:cNvSpPr>
          <p:nvPr>
            <p:ph type="title"/>
          </p:nvPr>
        </p:nvSpPr>
        <p:spPr>
          <a:xfrm>
            <a:off x="914400" y="274638"/>
            <a:ext cx="7772400" cy="1143000"/>
          </a:xfrm>
          <a:prstGeom prst="rect">
            <a:avLst/>
          </a:prstGeom>
        </p:spPr>
        <p:txBody>
          <a:bodyPr bIns="91440" anchor="b" anchorCtr="0">
            <a:normAutofit/>
          </a:bodyPr>
          <a:lstStyle/>
          <a:p>
            <a:r>
              <a:rPr kumimoji="0" lang="zh-CN" altLang="en-US"/>
              <a:t>单击此处编辑母版标题样式</a:t>
            </a:r>
            <a:endParaRPr kumimoji="0" lang="en-US"/>
          </a:p>
        </p:txBody>
      </p:sp>
      <p:sp>
        <p:nvSpPr>
          <p:cNvPr id="13" name="文本占位符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zh-CN" altLang="en-US" dirty="0"/>
              <a:t>单击此处编辑母版文本样式</a:t>
            </a:r>
          </a:p>
          <a:p>
            <a:pPr lvl="1" eaLnBrk="1" latinLnBrk="0" hangingPunct="1"/>
            <a:r>
              <a:rPr kumimoji="0" lang="zh-CN" altLang="en-US" dirty="0"/>
              <a:t>第二级</a:t>
            </a:r>
          </a:p>
          <a:p>
            <a:pPr lvl="2" eaLnBrk="1" latinLnBrk="0" hangingPunct="1"/>
            <a:r>
              <a:rPr kumimoji="0" lang="zh-CN" altLang="en-US" dirty="0"/>
              <a:t>第三级</a:t>
            </a:r>
          </a:p>
          <a:p>
            <a:pPr lvl="3" eaLnBrk="1" latinLnBrk="0" hangingPunct="1"/>
            <a:r>
              <a:rPr kumimoji="0" lang="zh-CN" altLang="en-US" dirty="0"/>
              <a:t>第四级</a:t>
            </a:r>
          </a:p>
          <a:p>
            <a:pPr lvl="4" eaLnBrk="1" latinLnBrk="0" hangingPunct="1"/>
            <a:r>
              <a:rPr kumimoji="0" lang="zh-CN" altLang="en-US" dirty="0"/>
              <a:t>第五级</a:t>
            </a:r>
            <a:endParaRPr kumimoji="0" lang="en-US" dirty="0"/>
          </a:p>
        </p:txBody>
      </p:sp>
      <p:sp>
        <p:nvSpPr>
          <p:cNvPr id="14" name="日期占位符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endParaRPr lang="en-US" altLang="zh-CN"/>
          </a:p>
        </p:txBody>
      </p:sp>
      <p:sp>
        <p:nvSpPr>
          <p:cNvPr id="3" name="页脚占位符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US" altLang="zh-CN"/>
          </a:p>
        </p:txBody>
      </p:sp>
      <p:sp>
        <p:nvSpPr>
          <p:cNvPr id="23" name="灯片编号占位符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3430C793-F053-4FB1-9498-AD488B5BBBD9}" type="slidenum">
              <a:rPr lang="en-US" altLang="zh-CN" smtClean="0"/>
              <a:pPr/>
              <a:t>‹#›</a:t>
            </a:fld>
            <a:endParaRPr lang="en-US" altLang="zh-CN"/>
          </a:p>
        </p:txBody>
      </p:sp>
    </p:spTree>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 id="2147483726" r:id="rId13"/>
    <p:sldLayoutId id="2147483728" r:id="rId14"/>
  </p:sldLayoutIdLst>
  <p:transition>
    <p:random/>
  </p:transition>
  <p:hf hdr="0" ftr="0" dt="0"/>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32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8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6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4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4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4.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Rectangle 2"/>
          <p:cNvSpPr>
            <a:spLocks noGrp="1" noChangeArrowheads="1"/>
          </p:cNvSpPr>
          <p:nvPr>
            <p:ph type="title"/>
          </p:nvPr>
        </p:nvSpPr>
        <p:spPr/>
        <p:txBody>
          <a:bodyPr/>
          <a:lstStyle/>
          <a:p>
            <a:r>
              <a:rPr lang="zh-CN" altLang="en-US" sz="3600"/>
              <a:t>示例程序：时间标记类</a:t>
            </a:r>
          </a:p>
        </p:txBody>
      </p:sp>
      <p:sp>
        <p:nvSpPr>
          <p:cNvPr id="7" name="灯片编号占位符 6"/>
          <p:cNvSpPr>
            <a:spLocks noGrp="1"/>
          </p:cNvSpPr>
          <p:nvPr>
            <p:ph type="sldNum" sz="quarter" idx="12"/>
          </p:nvPr>
        </p:nvSpPr>
        <p:spPr/>
        <p:txBody>
          <a:bodyPr/>
          <a:lstStyle/>
          <a:p>
            <a:fld id="{EAA27CEA-D378-41DE-A166-FE2CE72C9EBE}" type="slidenum">
              <a:rPr lang="en-US" altLang="zh-CN"/>
              <a:pPr/>
              <a:t>1</a:t>
            </a:fld>
            <a:endParaRPr lang="en-US" altLang="zh-CN"/>
          </a:p>
        </p:txBody>
      </p:sp>
      <p:sp>
        <p:nvSpPr>
          <p:cNvPr id="269316" name="Rectangle 4"/>
          <p:cNvSpPr>
            <a:spLocks noChangeArrowheads="1"/>
          </p:cNvSpPr>
          <p:nvPr/>
        </p:nvSpPr>
        <p:spPr bwMode="auto">
          <a:xfrm>
            <a:off x="971600" y="1700212"/>
            <a:ext cx="7772400" cy="36730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marL="342900" indent="-342900" eaLnBrk="1" hangingPunct="1">
              <a:spcBef>
                <a:spcPct val="20000"/>
              </a:spcBef>
              <a:buClr>
                <a:schemeClr val="bg2"/>
              </a:buClr>
              <a:buFont typeface="Monotype Sorts" pitchFamily="2" charset="2"/>
              <a:buChar char="§"/>
            </a:pPr>
            <a:r>
              <a:rPr lang="en-US" altLang="en-US" sz="2800" dirty="0" err="1">
                <a:latin typeface="宋体" pitchFamily="2" charset="-122"/>
              </a:rPr>
              <a:t>时间标记是一个数值，用来记录某个瞬间时</a:t>
            </a:r>
            <a:r>
              <a:rPr lang="en-US" altLang="en-US" sz="2800" dirty="0">
                <a:latin typeface="宋体" pitchFamily="2" charset="-122"/>
              </a:rPr>
              <a:t>。</a:t>
            </a:r>
            <a:endParaRPr lang="zh-CN" altLang="en-US" sz="2800" dirty="0">
              <a:latin typeface="宋体" pitchFamily="2" charset="-122"/>
            </a:endParaRPr>
          </a:p>
          <a:p>
            <a:pPr marL="342900" indent="-342900" eaLnBrk="1" hangingPunct="1">
              <a:spcBef>
                <a:spcPct val="20000"/>
              </a:spcBef>
              <a:buClr>
                <a:schemeClr val="bg2"/>
              </a:buClr>
              <a:buFont typeface="Monotype Sorts" pitchFamily="2" charset="2"/>
              <a:buChar char="§"/>
            </a:pPr>
            <a:r>
              <a:rPr lang="en-US" altLang="en-US" sz="2800" dirty="0" err="1">
                <a:latin typeface="宋体" pitchFamily="2" charset="-122"/>
              </a:rPr>
              <a:t>时间标记可用于记录某件事情发生的时间。例如，在商务活动中，可用一个时间标记记录到货时间，用另一个时间标记记录发款时间</a:t>
            </a:r>
            <a:r>
              <a:rPr lang="en-US" altLang="en-US" sz="2800" dirty="0">
                <a:latin typeface="宋体" pitchFamily="2" charset="-122"/>
              </a:rPr>
              <a:t>。</a:t>
            </a:r>
          </a:p>
          <a:p>
            <a:pPr marL="342900" indent="-342900" eaLnBrk="1" hangingPunct="1">
              <a:spcBef>
                <a:spcPct val="20000"/>
              </a:spcBef>
              <a:buClr>
                <a:schemeClr val="bg2"/>
              </a:buClr>
              <a:buFont typeface="Monotype Sorts" pitchFamily="2" charset="2"/>
              <a:buChar char="§"/>
            </a:pPr>
            <a:r>
              <a:rPr lang="en-US" altLang="en-US" sz="2800" dirty="0" err="1">
                <a:latin typeface="宋体" pitchFamily="2" charset="-122"/>
              </a:rPr>
              <a:t>创建一个</a:t>
            </a:r>
            <a:r>
              <a:rPr lang="en-US" altLang="en-US" sz="2800" b="1" dirty="0" err="1">
                <a:latin typeface="宋体" pitchFamily="2" charset="-122"/>
              </a:rPr>
              <a:t>TimeStamp</a:t>
            </a:r>
            <a:r>
              <a:rPr lang="en-US" altLang="en-US" sz="2800" dirty="0" err="1">
                <a:latin typeface="宋体" pitchFamily="2" charset="-122"/>
              </a:rPr>
              <a:t>类来完成如下操作</a:t>
            </a:r>
            <a:r>
              <a:rPr lang="en-US" altLang="en-US" sz="2800" dirty="0">
                <a:latin typeface="宋体" pitchFamily="2" charset="-122"/>
              </a:rPr>
              <a:t>：</a:t>
            </a:r>
          </a:p>
          <a:p>
            <a:pPr marL="742950" lvl="1" indent="-285750" eaLnBrk="1" hangingPunct="1">
              <a:spcBef>
                <a:spcPct val="20000"/>
              </a:spcBef>
              <a:buClr>
                <a:schemeClr val="bg2"/>
              </a:buClr>
              <a:buSzPct val="50000"/>
              <a:buFont typeface="Monotype Sorts" pitchFamily="2" charset="2"/>
              <a:buChar char="l"/>
            </a:pPr>
            <a:r>
              <a:rPr lang="en-US" altLang="en-US" dirty="0" err="1">
                <a:latin typeface="宋体" pitchFamily="2" charset="-122"/>
              </a:rPr>
              <a:t>事件发生时记录一个时间标记</a:t>
            </a:r>
            <a:r>
              <a:rPr lang="en-US" altLang="en-US" dirty="0">
                <a:latin typeface="宋体" pitchFamily="2" charset="-122"/>
              </a:rPr>
              <a:t>。</a:t>
            </a:r>
          </a:p>
          <a:p>
            <a:pPr marL="742950" lvl="1" indent="-285750" eaLnBrk="1" hangingPunct="1">
              <a:spcBef>
                <a:spcPct val="20000"/>
              </a:spcBef>
              <a:buClr>
                <a:schemeClr val="bg2"/>
              </a:buClr>
              <a:buSzPct val="50000"/>
              <a:buFont typeface="Monotype Sorts" pitchFamily="2" charset="2"/>
              <a:buChar char="l"/>
            </a:pPr>
            <a:r>
              <a:rPr lang="en-US" altLang="en-US" dirty="0" err="1">
                <a:latin typeface="宋体" pitchFamily="2" charset="-122"/>
              </a:rPr>
              <a:t>将时间标记作为整数打印</a:t>
            </a:r>
            <a:r>
              <a:rPr lang="en-US" altLang="en-US" dirty="0">
                <a:latin typeface="宋体" pitchFamily="2" charset="-122"/>
              </a:rPr>
              <a:t>。</a:t>
            </a:r>
          </a:p>
          <a:p>
            <a:pPr marL="742950" lvl="1" indent="-285750" eaLnBrk="1" hangingPunct="1">
              <a:spcBef>
                <a:spcPct val="20000"/>
              </a:spcBef>
              <a:buClr>
                <a:schemeClr val="bg2"/>
              </a:buClr>
              <a:buSzPct val="50000"/>
              <a:buFont typeface="Monotype Sorts" pitchFamily="2" charset="2"/>
              <a:buChar char="l"/>
            </a:pPr>
            <a:r>
              <a:rPr lang="en-US" altLang="en-US" dirty="0" err="1">
                <a:latin typeface="宋体" pitchFamily="2" charset="-122"/>
              </a:rPr>
              <a:t>将时间标记作为字符串打印</a:t>
            </a:r>
            <a:r>
              <a:rPr lang="en-US" altLang="en-US" dirty="0">
                <a:latin typeface="宋体" pitchFamily="2" charset="-122"/>
              </a:rPr>
              <a:t>。</a:t>
            </a:r>
          </a:p>
          <a:p>
            <a:pPr marL="742950" lvl="1" indent="-285750" eaLnBrk="1" hangingPunct="1">
              <a:spcBef>
                <a:spcPct val="20000"/>
              </a:spcBef>
              <a:buClr>
                <a:schemeClr val="bg2"/>
              </a:buClr>
              <a:buSzPct val="50000"/>
              <a:buFont typeface="Monotype Sorts" pitchFamily="2" charset="2"/>
              <a:buChar char="l"/>
            </a:pPr>
            <a:r>
              <a:rPr lang="en-US" altLang="en-US" dirty="0" err="1">
                <a:latin typeface="宋体" pitchFamily="2" charset="-122"/>
              </a:rPr>
              <a:t>将一个时间标记分解为年、月、日、小时、分钟和秒，并可分别打印</a:t>
            </a:r>
            <a:r>
              <a:rPr lang="en-US" altLang="en-US" dirty="0">
                <a:latin typeface="宋体" pitchFamily="2" charset="-122"/>
              </a:rPr>
              <a:t>。</a:t>
            </a:r>
          </a:p>
          <a:p>
            <a:pPr marL="342900" indent="-342900" eaLnBrk="1" hangingPunct="1">
              <a:spcBef>
                <a:spcPct val="20000"/>
              </a:spcBef>
              <a:buClr>
                <a:schemeClr val="bg2"/>
              </a:buClr>
              <a:buFont typeface="Monotype Sorts" pitchFamily="2" charset="2"/>
              <a:buChar char="§"/>
            </a:pPr>
            <a:endParaRPr lang="en-US" altLang="zh-CN" dirty="0">
              <a:latin typeface="宋体" pitchFamily="2" charset="-122"/>
            </a:endParaRPr>
          </a:p>
        </p:txBody>
      </p:sp>
    </p:spTree>
  </p:cSld>
  <p:clrMapOvr>
    <a:masterClrMapping/>
  </p:clrMapOvr>
  <p:transition>
    <p:rand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0" name="Rectangle 2"/>
          <p:cNvSpPr>
            <a:spLocks noGrp="1" noChangeArrowheads="1"/>
          </p:cNvSpPr>
          <p:nvPr>
            <p:ph type="title"/>
          </p:nvPr>
        </p:nvSpPr>
        <p:spPr/>
        <p:txBody>
          <a:bodyPr/>
          <a:lstStyle/>
          <a:p>
            <a:r>
              <a:rPr lang="zh-CN" altLang="en-US" sz="3600"/>
              <a:t>示例程序：时间标记类</a:t>
            </a:r>
          </a:p>
        </p:txBody>
      </p:sp>
      <p:sp>
        <p:nvSpPr>
          <p:cNvPr id="8" name="灯片编号占位符 5"/>
          <p:cNvSpPr>
            <a:spLocks noGrp="1"/>
          </p:cNvSpPr>
          <p:nvPr>
            <p:ph type="sldNum" sz="quarter" idx="12"/>
          </p:nvPr>
        </p:nvSpPr>
        <p:spPr/>
        <p:txBody>
          <a:bodyPr/>
          <a:lstStyle/>
          <a:p>
            <a:fld id="{170D6560-E636-4610-91E1-99ADFE28162A}" type="slidenum">
              <a:rPr lang="en-US" altLang="zh-CN"/>
              <a:pPr/>
              <a:t>2</a:t>
            </a:fld>
            <a:endParaRPr lang="en-US" altLang="zh-CN"/>
          </a:p>
        </p:txBody>
      </p:sp>
      <p:pic>
        <p:nvPicPr>
          <p:cNvPr id="273413" name="Picture 5"/>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2915815" y="3573015"/>
            <a:ext cx="5256585" cy="3110335"/>
          </a:xfrm>
          <a:noFill/>
          <a:ln/>
          <a:extLs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73411" name="Rectangle 3"/>
          <p:cNvSpPr>
            <a:spLocks noChangeArrowheads="1"/>
          </p:cNvSpPr>
          <p:nvPr/>
        </p:nvSpPr>
        <p:spPr bwMode="auto">
          <a:xfrm>
            <a:off x="685800" y="1981200"/>
            <a:ext cx="8207375" cy="13763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marL="342900" indent="-342900" eaLnBrk="1" hangingPunct="1">
              <a:spcBef>
                <a:spcPct val="20000"/>
              </a:spcBef>
              <a:buClr>
                <a:schemeClr val="bg2"/>
              </a:buClr>
              <a:buFont typeface="Monotype Sorts" pitchFamily="2" charset="2"/>
              <a:buChar char="§"/>
            </a:pPr>
            <a:r>
              <a:rPr lang="en-US" altLang="zh-CN" sz="2000"/>
              <a:t>   </a:t>
            </a:r>
          </a:p>
        </p:txBody>
      </p:sp>
      <p:sp>
        <p:nvSpPr>
          <p:cNvPr id="273412" name="Rectangle 4"/>
          <p:cNvSpPr>
            <a:spLocks noChangeArrowheads="1"/>
          </p:cNvSpPr>
          <p:nvPr/>
        </p:nvSpPr>
        <p:spPr bwMode="auto">
          <a:xfrm>
            <a:off x="685800" y="1556792"/>
            <a:ext cx="8062913" cy="31765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marL="342900" indent="-342900" eaLnBrk="1" hangingPunct="1">
              <a:spcBef>
                <a:spcPct val="20000"/>
              </a:spcBef>
              <a:buClr>
                <a:schemeClr val="bg2"/>
              </a:buClr>
              <a:buFont typeface="Monotype Sorts" pitchFamily="2" charset="2"/>
              <a:buChar char="§"/>
            </a:pPr>
            <a:r>
              <a:rPr lang="en-US" altLang="zh-CN" sz="2800" b="1" dirty="0" err="1">
                <a:latin typeface="宋体" pitchFamily="2" charset="-122"/>
              </a:rPr>
              <a:t>TimeStamp</a:t>
            </a:r>
            <a:r>
              <a:rPr lang="zh-CN" altLang="en-US" sz="2800" dirty="0">
                <a:latin typeface="宋体" pitchFamily="2" charset="-122"/>
              </a:rPr>
              <a:t>类可作为一个实用类为其他类提供计时服务。</a:t>
            </a:r>
          </a:p>
          <a:p>
            <a:pPr marL="342900" indent="-342900" eaLnBrk="1" hangingPunct="1">
              <a:spcBef>
                <a:spcPct val="20000"/>
              </a:spcBef>
              <a:buClr>
                <a:schemeClr val="bg2"/>
              </a:buClr>
              <a:buFont typeface="Monotype Sorts" pitchFamily="2" charset="2"/>
              <a:buChar char="§"/>
            </a:pPr>
            <a:r>
              <a:rPr lang="zh-CN" altLang="en-US" sz="2800" dirty="0">
                <a:latin typeface="宋体" pitchFamily="2" charset="-122"/>
              </a:rPr>
              <a:t>例如，</a:t>
            </a:r>
            <a:r>
              <a:rPr lang="en-US" altLang="zh-CN" sz="2800" b="1" dirty="0">
                <a:latin typeface="宋体" pitchFamily="2" charset="-122"/>
              </a:rPr>
              <a:t>Invoice</a:t>
            </a:r>
            <a:r>
              <a:rPr lang="zh-CN" altLang="en-US" sz="2800" dirty="0">
                <a:latin typeface="宋体" pitchFamily="2" charset="-122"/>
              </a:rPr>
              <a:t>类拥有两个</a:t>
            </a:r>
            <a:r>
              <a:rPr lang="en-US" altLang="zh-CN" sz="2800" b="1" dirty="0" err="1">
                <a:latin typeface="宋体" pitchFamily="2" charset="-122"/>
              </a:rPr>
              <a:t>TimeStamp</a:t>
            </a:r>
            <a:r>
              <a:rPr lang="zh-CN" altLang="en-US" sz="2800" dirty="0">
                <a:latin typeface="宋体" pitchFamily="2" charset="-122"/>
              </a:rPr>
              <a:t>类型的数据成员，一个用于记录发货时间，另一个用于记录到款时间：</a:t>
            </a:r>
          </a:p>
          <a:p>
            <a:pPr marL="342900" indent="-342900" eaLnBrk="1" hangingPunct="1">
              <a:spcBef>
                <a:spcPct val="20000"/>
              </a:spcBef>
              <a:buClr>
                <a:schemeClr val="bg2"/>
              </a:buClr>
              <a:buFont typeface="Monotype Sorts" pitchFamily="2" charset="2"/>
              <a:buChar char="§"/>
            </a:pPr>
            <a:endParaRPr lang="en-US" altLang="zh-CN" dirty="0">
              <a:latin typeface="宋体" pitchFamily="2" charset="-122"/>
            </a:endParaRPr>
          </a:p>
        </p:txBody>
      </p:sp>
    </p:spTree>
  </p:cSld>
  <p:clrMapOvr>
    <a:masterClrMapping/>
  </p:clrMapOvr>
  <p:transition>
    <p:rand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4" name="Rectangle 2"/>
          <p:cNvSpPr>
            <a:spLocks noGrp="1" noChangeArrowheads="1"/>
          </p:cNvSpPr>
          <p:nvPr>
            <p:ph type="title"/>
          </p:nvPr>
        </p:nvSpPr>
        <p:spPr/>
        <p:txBody>
          <a:bodyPr/>
          <a:lstStyle/>
          <a:p>
            <a:r>
              <a:rPr lang="zh-CN" altLang="en-US" sz="3600"/>
              <a:t>示例程序：时间标记类</a:t>
            </a:r>
          </a:p>
        </p:txBody>
      </p:sp>
      <p:sp>
        <p:nvSpPr>
          <p:cNvPr id="7" name="灯片编号占位符 6"/>
          <p:cNvSpPr>
            <a:spLocks noGrp="1"/>
          </p:cNvSpPr>
          <p:nvPr>
            <p:ph type="sldNum" sz="quarter" idx="12"/>
          </p:nvPr>
        </p:nvSpPr>
        <p:spPr/>
        <p:txBody>
          <a:bodyPr/>
          <a:lstStyle/>
          <a:p>
            <a:fld id="{CCD6BF36-ED04-46CA-8617-EBE411A7E3A9}" type="slidenum">
              <a:rPr lang="en-US" altLang="zh-CN"/>
              <a:pPr/>
              <a:t>3</a:t>
            </a:fld>
            <a:endParaRPr lang="en-US" altLang="zh-CN"/>
          </a:p>
        </p:txBody>
      </p:sp>
      <p:sp>
        <p:nvSpPr>
          <p:cNvPr id="274435" name="Rectangle 3"/>
          <p:cNvSpPr>
            <a:spLocks noChangeArrowheads="1"/>
          </p:cNvSpPr>
          <p:nvPr/>
        </p:nvSpPr>
        <p:spPr bwMode="auto">
          <a:xfrm>
            <a:off x="685800" y="1981200"/>
            <a:ext cx="8207375" cy="13763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marL="342900" indent="-342900" eaLnBrk="1" hangingPunct="1">
              <a:spcBef>
                <a:spcPct val="20000"/>
              </a:spcBef>
              <a:buClr>
                <a:schemeClr val="bg2"/>
              </a:buClr>
              <a:buFont typeface="Monotype Sorts" pitchFamily="2" charset="2"/>
              <a:buChar char="§"/>
            </a:pPr>
            <a:r>
              <a:rPr lang="en-US" altLang="zh-CN" sz="2000"/>
              <a:t>   </a:t>
            </a:r>
          </a:p>
        </p:txBody>
      </p:sp>
      <p:sp>
        <p:nvSpPr>
          <p:cNvPr id="274436" name="Rectangle 4"/>
          <p:cNvSpPr>
            <a:spLocks noChangeArrowheads="1"/>
          </p:cNvSpPr>
          <p:nvPr/>
        </p:nvSpPr>
        <p:spPr bwMode="auto">
          <a:xfrm>
            <a:off x="685800" y="1981200"/>
            <a:ext cx="7772400" cy="31765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marL="342900" indent="-342900" algn="just" eaLnBrk="1" hangingPunct="1">
              <a:spcBef>
                <a:spcPct val="20000"/>
              </a:spcBef>
              <a:buClr>
                <a:schemeClr val="bg2"/>
              </a:buClr>
              <a:buFont typeface="Monotype Sorts" pitchFamily="2" charset="2"/>
              <a:buChar char="§"/>
            </a:pPr>
            <a:r>
              <a:rPr lang="zh-CN" altLang="en-US">
                <a:latin typeface="宋体" pitchFamily="2" charset="-122"/>
              </a:rPr>
              <a:t>测试程序</a:t>
            </a:r>
            <a:r>
              <a:rPr lang="en-US" altLang="zh-CN">
                <a:latin typeface="宋体" pitchFamily="2" charset="-122"/>
              </a:rPr>
              <a:t>:</a:t>
            </a:r>
          </a:p>
          <a:p>
            <a:pPr marL="742950" lvl="1" indent="-285750" algn="just" eaLnBrk="1" hangingPunct="1">
              <a:spcBef>
                <a:spcPct val="20000"/>
              </a:spcBef>
              <a:buClr>
                <a:schemeClr val="bg2"/>
              </a:buClr>
              <a:buSzPct val="50000"/>
              <a:buFont typeface="Monotype Sorts" pitchFamily="2" charset="2"/>
              <a:buChar char="l"/>
            </a:pPr>
            <a:r>
              <a:rPr lang="zh-CN" altLang="en-US">
                <a:latin typeface="宋体" pitchFamily="2" charset="-122"/>
              </a:rPr>
              <a:t>创建了一个名为</a:t>
            </a:r>
            <a:r>
              <a:rPr lang="en-US" altLang="zh-CN" b="1">
                <a:latin typeface="宋体" pitchFamily="2" charset="-122"/>
              </a:rPr>
              <a:t>ts</a:t>
            </a:r>
            <a:r>
              <a:rPr lang="zh-CN" altLang="en-US">
                <a:latin typeface="宋体" pitchFamily="2" charset="-122"/>
              </a:rPr>
              <a:t>的</a:t>
            </a:r>
            <a:r>
              <a:rPr lang="en-US" altLang="zh-CN" b="1">
                <a:latin typeface="宋体" pitchFamily="2" charset="-122"/>
              </a:rPr>
              <a:t>TimeStamp</a:t>
            </a:r>
            <a:r>
              <a:rPr lang="zh-CN" altLang="en-US">
                <a:latin typeface="宋体" pitchFamily="2" charset="-122"/>
              </a:rPr>
              <a:t>对象，并通过</a:t>
            </a:r>
            <a:r>
              <a:rPr lang="en-US" altLang="zh-CN" b="1">
                <a:latin typeface="宋体" pitchFamily="2" charset="-122"/>
              </a:rPr>
              <a:t>ts</a:t>
            </a:r>
            <a:r>
              <a:rPr lang="zh-CN" altLang="en-US">
                <a:latin typeface="宋体" pitchFamily="2" charset="-122"/>
              </a:rPr>
              <a:t>来调用</a:t>
            </a:r>
            <a:r>
              <a:rPr lang="en-US" altLang="zh-CN" b="1">
                <a:latin typeface="宋体" pitchFamily="2" charset="-122"/>
              </a:rPr>
              <a:t>TimeStamp</a:t>
            </a:r>
            <a:r>
              <a:rPr lang="zh-CN" altLang="en-US">
                <a:latin typeface="宋体" pitchFamily="2" charset="-122"/>
              </a:rPr>
              <a:t>的各种成员函数。</a:t>
            </a:r>
          </a:p>
          <a:p>
            <a:pPr marL="742950" lvl="1" indent="-285750" algn="just" eaLnBrk="1" hangingPunct="1">
              <a:spcBef>
                <a:spcPct val="20000"/>
              </a:spcBef>
              <a:buClr>
                <a:schemeClr val="bg2"/>
              </a:buClr>
              <a:buSzPct val="50000"/>
              <a:buFont typeface="Monotype Sorts" pitchFamily="2" charset="2"/>
              <a:buChar char="l"/>
            </a:pPr>
            <a:r>
              <a:rPr lang="zh-CN" altLang="en-US">
                <a:latin typeface="宋体" pitchFamily="2" charset="-122"/>
              </a:rPr>
              <a:t>分别以整数和字符串方式输出</a:t>
            </a:r>
            <a:r>
              <a:rPr lang="en-US" altLang="zh-CN" b="1">
                <a:latin typeface="宋体" pitchFamily="2" charset="-122"/>
              </a:rPr>
              <a:t>TimeStamp</a:t>
            </a:r>
            <a:r>
              <a:rPr lang="zh-CN" altLang="en-US">
                <a:latin typeface="宋体" pitchFamily="2" charset="-122"/>
              </a:rPr>
              <a:t>，然后将字符串方式的</a:t>
            </a:r>
            <a:r>
              <a:rPr lang="en-US" altLang="zh-CN" b="1">
                <a:latin typeface="宋体" pitchFamily="2" charset="-122"/>
              </a:rPr>
              <a:t>TimeStamp</a:t>
            </a:r>
            <a:r>
              <a:rPr lang="zh-CN" altLang="en-US" sz="2000">
                <a:latin typeface="宋体" pitchFamily="2" charset="-122"/>
              </a:rPr>
              <a:t>分解为年、月、日（星期形式）、时、分和秒等子串并输出。</a:t>
            </a:r>
          </a:p>
          <a:p>
            <a:pPr marL="342900" indent="-342900" algn="just" eaLnBrk="1" hangingPunct="1">
              <a:spcBef>
                <a:spcPct val="20000"/>
              </a:spcBef>
              <a:buClr>
                <a:schemeClr val="bg2"/>
              </a:buClr>
              <a:buFont typeface="Monotype Sorts" pitchFamily="2" charset="2"/>
              <a:buChar char="§"/>
            </a:pPr>
            <a:endParaRPr lang="en-US" altLang="zh-CN">
              <a:latin typeface="宋体" pitchFamily="2" charset="-122"/>
            </a:endParaRPr>
          </a:p>
        </p:txBody>
      </p:sp>
    </p:spTree>
  </p:cSld>
  <p:clrMapOvr>
    <a:masterClrMapping/>
  </p:clrMapOvr>
  <p:transition>
    <p:rand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491" name="Picture 11"/>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tretch>
            <a:fillRect/>
          </a:stretch>
        </p:blipFill>
        <p:spPr>
          <a:xfrm>
            <a:off x="220341" y="3932907"/>
            <a:ext cx="5190239" cy="2808461"/>
          </a:xfrm>
          <a:noFill/>
          <a:ln/>
          <a:extLs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76495" name="Picture 15"/>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tretch>
            <a:fillRect/>
          </a:stretch>
        </p:blipFill>
        <p:spPr>
          <a:xfrm>
            <a:off x="5148064" y="1772816"/>
            <a:ext cx="3763433" cy="2743944"/>
          </a:xfrm>
          <a:noFill/>
          <a:ln/>
          <a:extLs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灯片编号占位符 8"/>
          <p:cNvSpPr>
            <a:spLocks noGrp="1"/>
          </p:cNvSpPr>
          <p:nvPr>
            <p:ph type="sldNum" sz="quarter" idx="12"/>
          </p:nvPr>
        </p:nvSpPr>
        <p:spPr/>
        <p:txBody>
          <a:bodyPr/>
          <a:lstStyle/>
          <a:p>
            <a:fld id="{7BE27E2C-A796-416F-B5A3-0F25BD6AC85B}" type="slidenum">
              <a:rPr lang="en-US" altLang="zh-CN"/>
              <a:pPr/>
              <a:t>4</a:t>
            </a:fld>
            <a:endParaRPr lang="en-US" altLang="zh-CN"/>
          </a:p>
        </p:txBody>
      </p:sp>
      <p:grpSp>
        <p:nvGrpSpPr>
          <p:cNvPr id="276490" name="Group 10"/>
          <p:cNvGrpSpPr>
            <a:grpSpLocks/>
          </p:cNvGrpSpPr>
          <p:nvPr/>
        </p:nvGrpSpPr>
        <p:grpSpPr bwMode="auto">
          <a:xfrm>
            <a:off x="251520" y="260648"/>
            <a:ext cx="6120680" cy="3672259"/>
            <a:chOff x="22" y="482"/>
            <a:chExt cx="3629" cy="1560"/>
          </a:xfrm>
        </p:grpSpPr>
        <p:pic>
          <p:nvPicPr>
            <p:cNvPr id="276485"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9" y="1162"/>
              <a:ext cx="2400" cy="5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76483"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 y="482"/>
              <a:ext cx="3583" cy="681"/>
            </a:xfrm>
            <a:prstGeom prst="rect">
              <a:avLst/>
            </a:prstGeom>
          </p:spPr>
        </p:pic>
        <p:pic>
          <p:nvPicPr>
            <p:cNvPr id="276487"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 y="1706"/>
              <a:ext cx="882"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cSld>
  <p:clrMapOvr>
    <a:masterClrMapping/>
  </p:clrMapOvr>
  <p:transition>
    <p:random/>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4" name="Rectangle 2"/>
          <p:cNvSpPr>
            <a:spLocks noGrp="1" noChangeArrowheads="1"/>
          </p:cNvSpPr>
          <p:nvPr>
            <p:ph type="title"/>
          </p:nvPr>
        </p:nvSpPr>
        <p:spPr/>
        <p:txBody>
          <a:bodyPr/>
          <a:lstStyle/>
          <a:p>
            <a:r>
              <a:rPr lang="zh-CN" altLang="en-US" sz="4000"/>
              <a:t>示例程序：时间标记类</a:t>
            </a:r>
          </a:p>
        </p:txBody>
      </p:sp>
      <p:sp>
        <p:nvSpPr>
          <p:cNvPr id="284675" name="Rectangle 3"/>
          <p:cNvSpPr>
            <a:spLocks noGrp="1" noChangeArrowheads="1"/>
          </p:cNvSpPr>
          <p:nvPr>
            <p:ph type="body" sz="half" idx="1"/>
          </p:nvPr>
        </p:nvSpPr>
        <p:spPr>
          <a:xfrm>
            <a:off x="685800" y="1981200"/>
            <a:ext cx="7702550" cy="2168525"/>
          </a:xfrm>
        </p:spPr>
        <p:txBody>
          <a:bodyPr/>
          <a:lstStyle/>
          <a:p>
            <a:pPr algn="just"/>
            <a:r>
              <a:rPr lang="en-US" altLang="zh-CN" sz="2800" dirty="0">
                <a:latin typeface="宋体" pitchFamily="2" charset="-122"/>
              </a:rPr>
              <a:t>C++</a:t>
            </a:r>
            <a:r>
              <a:rPr lang="zh-CN" altLang="en-US" sz="2800" dirty="0">
                <a:latin typeface="宋体" pitchFamily="2" charset="-122"/>
              </a:rPr>
              <a:t>标准库函数</a:t>
            </a:r>
            <a:r>
              <a:rPr lang="en-US" altLang="zh-CN" sz="2800" b="1" dirty="0">
                <a:latin typeface="宋体" pitchFamily="2" charset="-122"/>
              </a:rPr>
              <a:t>time</a:t>
            </a:r>
            <a:r>
              <a:rPr lang="zh-CN" altLang="en-US" sz="2800" dirty="0">
                <a:latin typeface="宋体" pitchFamily="2" charset="-122"/>
              </a:rPr>
              <a:t>和</a:t>
            </a:r>
            <a:r>
              <a:rPr lang="en-US" altLang="zh-CN" sz="2800" b="1" dirty="0" err="1">
                <a:latin typeface="宋体" pitchFamily="2" charset="-122"/>
              </a:rPr>
              <a:t>ctime</a:t>
            </a:r>
            <a:r>
              <a:rPr lang="en-US" altLang="zh-CN" sz="2800" b="1" dirty="0">
                <a:latin typeface="宋体" pitchFamily="2" charset="-122"/>
              </a:rPr>
              <a:t>(</a:t>
            </a:r>
            <a:r>
              <a:rPr lang="zh-CN" altLang="en-US" sz="2800" dirty="0">
                <a:latin typeface="宋体" pitchFamily="2" charset="-122"/>
              </a:rPr>
              <a:t>在头文件</a:t>
            </a:r>
            <a:r>
              <a:rPr lang="en-US" altLang="zh-CN" sz="2800" b="1" dirty="0" err="1">
                <a:latin typeface="宋体" pitchFamily="2" charset="-122"/>
              </a:rPr>
              <a:t>ctime</a:t>
            </a:r>
            <a:r>
              <a:rPr lang="zh-CN" altLang="en-US" sz="2800" dirty="0">
                <a:latin typeface="宋体" pitchFamily="2" charset="-122"/>
              </a:rPr>
              <a:t>中）。</a:t>
            </a:r>
          </a:p>
          <a:p>
            <a:pPr lvl="1" algn="just"/>
            <a:r>
              <a:rPr lang="zh-CN" altLang="en-US" sz="2400" dirty="0">
                <a:latin typeface="宋体" pitchFamily="2" charset="-122"/>
              </a:rPr>
              <a:t>库函数</a:t>
            </a:r>
            <a:r>
              <a:rPr lang="en-US" altLang="zh-CN" sz="2400" b="1" dirty="0">
                <a:latin typeface="宋体" pitchFamily="2" charset="-122"/>
              </a:rPr>
              <a:t>time</a:t>
            </a:r>
            <a:r>
              <a:rPr lang="zh-CN" altLang="en-US" sz="2400" dirty="0">
                <a:latin typeface="宋体" pitchFamily="2" charset="-122"/>
              </a:rPr>
              <a:t>以算术值的形式返回当前时间。</a:t>
            </a:r>
          </a:p>
          <a:p>
            <a:pPr lvl="1" algn="just"/>
            <a:r>
              <a:rPr lang="zh-CN" altLang="en-US" sz="2400" dirty="0">
                <a:latin typeface="宋体" pitchFamily="2" charset="-122"/>
              </a:rPr>
              <a:t>库函数</a:t>
            </a:r>
            <a:r>
              <a:rPr lang="en-US" altLang="zh-CN" sz="2400" b="1" dirty="0" err="1">
                <a:latin typeface="宋体" pitchFamily="2" charset="-122"/>
              </a:rPr>
              <a:t>ctime</a:t>
            </a:r>
            <a:r>
              <a:rPr lang="zh-CN" altLang="en-US" sz="2400" dirty="0">
                <a:latin typeface="宋体" pitchFamily="2" charset="-122"/>
              </a:rPr>
              <a:t>可将一个从</a:t>
            </a:r>
            <a:r>
              <a:rPr lang="en-US" altLang="zh-CN" sz="2400" b="1" dirty="0">
                <a:latin typeface="宋体" pitchFamily="2" charset="-122"/>
              </a:rPr>
              <a:t>time</a:t>
            </a:r>
            <a:r>
              <a:rPr lang="zh-CN" altLang="en-US" sz="2400" dirty="0">
                <a:latin typeface="宋体" pitchFamily="2" charset="-122"/>
              </a:rPr>
              <a:t>函数返回的值转换成可读的字符串（如</a:t>
            </a:r>
            <a:r>
              <a:rPr lang="en-US" altLang="zh-CN" sz="2400" dirty="0">
                <a:latin typeface="宋体" pitchFamily="2" charset="-122"/>
              </a:rPr>
              <a:t>Mon Apr 1 11:45:07 1999</a:t>
            </a:r>
            <a:r>
              <a:rPr lang="zh-CN" altLang="en-US" sz="2400" dirty="0">
                <a:latin typeface="宋体" pitchFamily="2" charset="-122"/>
              </a:rPr>
              <a:t>）。</a:t>
            </a:r>
          </a:p>
          <a:p>
            <a:endParaRPr lang="en-US" altLang="zh-CN" sz="2400" b="1" dirty="0"/>
          </a:p>
        </p:txBody>
      </p:sp>
      <p:sp>
        <p:nvSpPr>
          <p:cNvPr id="6" name="灯片编号占位符 6"/>
          <p:cNvSpPr>
            <a:spLocks noGrp="1"/>
          </p:cNvSpPr>
          <p:nvPr>
            <p:ph type="sldNum" sz="quarter" idx="12"/>
          </p:nvPr>
        </p:nvSpPr>
        <p:spPr/>
        <p:txBody>
          <a:bodyPr/>
          <a:lstStyle/>
          <a:p>
            <a:fld id="{23607D4D-1ADA-4EF3-89C0-3C8D52D62FA0}" type="slidenum">
              <a:rPr lang="en-US" altLang="zh-CN"/>
              <a:pPr/>
              <a:t>5</a:t>
            </a:fld>
            <a:endParaRPr lang="en-US" altLang="zh-CN"/>
          </a:p>
        </p:txBody>
      </p:sp>
    </p:spTree>
  </p:cSld>
  <p:clrMapOvr>
    <a:masterClrMapping/>
  </p:clrMapOvr>
  <p:transition>
    <p:rand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6" name="Rectangle 2"/>
          <p:cNvSpPr>
            <a:spLocks noGrp="1" noChangeArrowheads="1"/>
          </p:cNvSpPr>
          <p:nvPr>
            <p:ph type="title"/>
          </p:nvPr>
        </p:nvSpPr>
        <p:spPr/>
        <p:txBody>
          <a:bodyPr/>
          <a:lstStyle/>
          <a:p>
            <a:r>
              <a:rPr lang="zh-CN" altLang="en-US" sz="4000"/>
              <a:t>示例程序：时间标记类</a:t>
            </a:r>
          </a:p>
        </p:txBody>
      </p:sp>
      <p:sp>
        <p:nvSpPr>
          <p:cNvPr id="277507" name="Rectangle 3"/>
          <p:cNvSpPr>
            <a:spLocks noGrp="1" noChangeArrowheads="1"/>
          </p:cNvSpPr>
          <p:nvPr>
            <p:ph type="body" sz="half" idx="1"/>
          </p:nvPr>
        </p:nvSpPr>
        <p:spPr>
          <a:xfrm>
            <a:off x="683568" y="1772816"/>
            <a:ext cx="8206680" cy="4616152"/>
          </a:xfrm>
        </p:spPr>
        <p:txBody>
          <a:bodyPr>
            <a:normAutofit fontScale="92500" lnSpcReduction="10000"/>
          </a:bodyPr>
          <a:lstStyle/>
          <a:p>
            <a:r>
              <a:rPr lang="zh-CN" altLang="en-US" sz="2800" dirty="0">
                <a:latin typeface="宋体" pitchFamily="2" charset="-122"/>
              </a:rPr>
              <a:t>函数</a:t>
            </a:r>
            <a:r>
              <a:rPr lang="en-US" altLang="zh-CN" sz="2800" b="1" dirty="0">
                <a:latin typeface="宋体" pitchFamily="2" charset="-122"/>
              </a:rPr>
              <a:t>time </a:t>
            </a:r>
            <a:r>
              <a:rPr lang="zh-CN" altLang="en-US" sz="2800" dirty="0">
                <a:latin typeface="宋体" pitchFamily="2" charset="-122"/>
              </a:rPr>
              <a:t>的原型为</a:t>
            </a:r>
            <a:r>
              <a:rPr lang="en-US" altLang="zh-CN" sz="2800" dirty="0">
                <a:latin typeface="宋体" pitchFamily="2" charset="-122"/>
              </a:rPr>
              <a:t>:</a:t>
            </a:r>
          </a:p>
          <a:p>
            <a:r>
              <a:rPr lang="zh-CN" altLang="en-US" sz="2800" dirty="0">
                <a:latin typeface="宋体" pitchFamily="2" charset="-122"/>
              </a:rPr>
              <a:t>返回值：返回从（</a:t>
            </a:r>
            <a:r>
              <a:rPr lang="en-US" altLang="zh-CN" sz="2800" dirty="0">
                <a:latin typeface="宋体" pitchFamily="2" charset="-122"/>
              </a:rPr>
              <a:t>(00:00:00),January 1,1970</a:t>
            </a:r>
            <a:r>
              <a:rPr lang="zh-CN" altLang="en-US" sz="2800" dirty="0">
                <a:latin typeface="宋体" pitchFamily="2" charset="-122"/>
              </a:rPr>
              <a:t>）开始到现在（系统时钟）所过的总秒数。 </a:t>
            </a:r>
          </a:p>
          <a:p>
            <a:r>
              <a:rPr lang="zh-CN" altLang="en-US" sz="2800" dirty="0">
                <a:latin typeface="宋体" pitchFamily="2" charset="-122"/>
              </a:rPr>
              <a:t>返回值存储在参数</a:t>
            </a:r>
            <a:r>
              <a:rPr lang="en-US" altLang="zh-CN" sz="2800" i="1" dirty="0">
                <a:latin typeface="宋体" pitchFamily="2" charset="-122"/>
              </a:rPr>
              <a:t>timer</a:t>
            </a:r>
            <a:r>
              <a:rPr lang="zh-CN" altLang="en-US" sz="2800" dirty="0">
                <a:latin typeface="宋体" pitchFamily="2" charset="-122"/>
              </a:rPr>
              <a:t>中</a:t>
            </a:r>
            <a:r>
              <a:rPr lang="en-US" altLang="zh-CN" sz="2800" dirty="0">
                <a:latin typeface="宋体" pitchFamily="2" charset="-122"/>
              </a:rPr>
              <a:t>,</a:t>
            </a:r>
            <a:r>
              <a:rPr lang="zh-CN" altLang="en-US" sz="2800" dirty="0">
                <a:latin typeface="宋体" pitchFamily="2" charset="-122"/>
              </a:rPr>
              <a:t>如果该参数为</a:t>
            </a:r>
            <a:r>
              <a:rPr lang="en-US" altLang="zh-CN" sz="2800" b="1" dirty="0">
                <a:latin typeface="宋体" pitchFamily="2" charset="-122"/>
              </a:rPr>
              <a:t>NULL</a:t>
            </a:r>
            <a:r>
              <a:rPr lang="zh-CN" altLang="en-US" sz="2800" dirty="0">
                <a:latin typeface="宋体" pitchFamily="2" charset="-122"/>
              </a:rPr>
              <a:t>的话</a:t>
            </a:r>
            <a:r>
              <a:rPr lang="en-US" altLang="zh-CN" sz="2800" dirty="0">
                <a:latin typeface="宋体" pitchFamily="2" charset="-122"/>
              </a:rPr>
              <a:t>, </a:t>
            </a:r>
            <a:r>
              <a:rPr lang="zh-CN" altLang="en-US" sz="2800" dirty="0">
                <a:latin typeface="宋体" pitchFamily="2" charset="-122"/>
              </a:rPr>
              <a:t>返回值不保存。</a:t>
            </a:r>
            <a:endParaRPr lang="zh-CN" altLang="en-US" sz="2800" b="1" dirty="0">
              <a:latin typeface="宋体" pitchFamily="2" charset="-122"/>
            </a:endParaRPr>
          </a:p>
          <a:p>
            <a:r>
              <a:rPr lang="en-US" altLang="zh-CN" sz="2800" dirty="0">
                <a:latin typeface="宋体" pitchFamily="2" charset="-122"/>
              </a:rPr>
              <a:t>Example</a:t>
            </a:r>
          </a:p>
          <a:p>
            <a:pPr lvl="1">
              <a:buFont typeface="Monotype Sorts" pitchFamily="2" charset="2"/>
              <a:buNone/>
            </a:pPr>
            <a:r>
              <a:rPr lang="en-US" altLang="zh-CN" dirty="0" err="1">
                <a:latin typeface="宋体" pitchFamily="2" charset="-122"/>
              </a:rPr>
              <a:t>time_t</a:t>
            </a:r>
            <a:r>
              <a:rPr lang="en-US" altLang="zh-CN" dirty="0">
                <a:latin typeface="宋体" pitchFamily="2" charset="-122"/>
              </a:rPr>
              <a:t> </a:t>
            </a:r>
            <a:r>
              <a:rPr lang="en-US" altLang="zh-CN" dirty="0" err="1">
                <a:latin typeface="宋体" pitchFamily="2" charset="-122"/>
              </a:rPr>
              <a:t>timebefore</a:t>
            </a:r>
            <a:r>
              <a:rPr lang="en-US" altLang="zh-CN" dirty="0">
                <a:latin typeface="宋体" pitchFamily="2" charset="-122"/>
              </a:rPr>
              <a:t>, </a:t>
            </a:r>
            <a:r>
              <a:rPr lang="en-US" altLang="zh-CN" dirty="0" err="1">
                <a:latin typeface="宋体" pitchFamily="2" charset="-122"/>
              </a:rPr>
              <a:t>timeafter</a:t>
            </a:r>
            <a:r>
              <a:rPr lang="en-US" altLang="zh-CN" dirty="0">
                <a:latin typeface="宋体" pitchFamily="2" charset="-122"/>
              </a:rPr>
              <a:t>;</a:t>
            </a:r>
          </a:p>
          <a:p>
            <a:pPr lvl="1">
              <a:buFont typeface="Monotype Sorts" pitchFamily="2" charset="2"/>
              <a:buNone/>
            </a:pPr>
            <a:r>
              <a:rPr lang="en-US" altLang="zh-CN" dirty="0" err="1">
                <a:latin typeface="宋体" pitchFamily="2" charset="-122"/>
              </a:rPr>
              <a:t>timebefore</a:t>
            </a:r>
            <a:r>
              <a:rPr lang="en-US" altLang="zh-CN" dirty="0">
                <a:latin typeface="宋体" pitchFamily="2" charset="-122"/>
              </a:rPr>
              <a:t> = time(0);</a:t>
            </a:r>
          </a:p>
          <a:p>
            <a:pPr lvl="1">
              <a:buFont typeface="Monotype Sorts" pitchFamily="2" charset="2"/>
              <a:buNone/>
            </a:pPr>
            <a:r>
              <a:rPr kumimoji="0" lang="en-US" altLang="zh-CN" dirty="0">
                <a:latin typeface="宋体" pitchFamily="2" charset="-122"/>
              </a:rPr>
              <a:t>for(</a:t>
            </a:r>
            <a:r>
              <a:rPr kumimoji="0" lang="en-US" altLang="zh-CN" dirty="0" err="1">
                <a:latin typeface="宋体" pitchFamily="2" charset="-122"/>
              </a:rPr>
              <a:t>int</a:t>
            </a:r>
            <a:r>
              <a:rPr kumimoji="0" lang="en-US" altLang="zh-CN" dirty="0">
                <a:latin typeface="宋体" pitchFamily="2" charset="-122"/>
              </a:rPr>
              <a:t> </a:t>
            </a:r>
            <a:r>
              <a:rPr kumimoji="0" lang="en-US" altLang="zh-CN" dirty="0" err="1">
                <a:latin typeface="宋体" pitchFamily="2" charset="-122"/>
              </a:rPr>
              <a:t>i</a:t>
            </a:r>
            <a:r>
              <a:rPr kumimoji="0" lang="en-US" altLang="zh-CN" dirty="0">
                <a:latin typeface="宋体" pitchFamily="2" charset="-122"/>
              </a:rPr>
              <a:t>=0; </a:t>
            </a:r>
            <a:r>
              <a:rPr kumimoji="0" lang="en-US" altLang="zh-CN" dirty="0" err="1">
                <a:latin typeface="宋体" pitchFamily="2" charset="-122"/>
              </a:rPr>
              <a:t>i</a:t>
            </a:r>
            <a:r>
              <a:rPr kumimoji="0" lang="en-US" altLang="zh-CN" dirty="0">
                <a:latin typeface="宋体" pitchFamily="2" charset="-122"/>
              </a:rPr>
              <a:t>&lt;10000;i++)  </a:t>
            </a:r>
            <a:r>
              <a:rPr kumimoji="0" lang="en-US" altLang="zh-CN" dirty="0" err="1">
                <a:latin typeface="宋体" pitchFamily="2" charset="-122"/>
              </a:rPr>
              <a:t>cout</a:t>
            </a:r>
            <a:r>
              <a:rPr kumimoji="0" lang="en-US" altLang="zh-CN" dirty="0">
                <a:latin typeface="宋体" pitchFamily="2" charset="-122"/>
              </a:rPr>
              <a:t>&lt;&lt;</a:t>
            </a:r>
            <a:r>
              <a:rPr kumimoji="0" lang="en-US" altLang="zh-CN" dirty="0" err="1">
                <a:latin typeface="宋体" pitchFamily="2" charset="-122"/>
              </a:rPr>
              <a:t>i</a:t>
            </a:r>
            <a:r>
              <a:rPr kumimoji="0" lang="en-US" altLang="zh-CN" dirty="0">
                <a:latin typeface="宋体" pitchFamily="2" charset="-122"/>
              </a:rPr>
              <a:t>;</a:t>
            </a:r>
          </a:p>
          <a:p>
            <a:pPr lvl="1">
              <a:buFont typeface="Monotype Sorts" pitchFamily="2" charset="2"/>
              <a:buNone/>
            </a:pPr>
            <a:r>
              <a:rPr lang="en-US" altLang="zh-CN" dirty="0" err="1">
                <a:latin typeface="宋体" pitchFamily="2" charset="-122"/>
              </a:rPr>
              <a:t>timeafter</a:t>
            </a:r>
            <a:r>
              <a:rPr lang="en-US" altLang="zh-CN" dirty="0">
                <a:latin typeface="宋体" pitchFamily="2" charset="-122"/>
              </a:rPr>
              <a:t> = time(0);</a:t>
            </a:r>
          </a:p>
          <a:p>
            <a:pPr lvl="1">
              <a:buFont typeface="Monotype Sorts" pitchFamily="2" charset="2"/>
              <a:buNone/>
            </a:pPr>
            <a:r>
              <a:rPr lang="en-US" altLang="zh-CN" dirty="0" err="1">
                <a:latin typeface="宋体" pitchFamily="2" charset="-122"/>
              </a:rPr>
              <a:t>cout</a:t>
            </a:r>
            <a:r>
              <a:rPr lang="en-US" altLang="zh-CN" dirty="0">
                <a:latin typeface="宋体" pitchFamily="2" charset="-122"/>
              </a:rPr>
              <a:t> &lt;&lt; </a:t>
            </a:r>
            <a:r>
              <a:rPr lang="en-US" altLang="zh-CN" dirty="0" err="1">
                <a:latin typeface="宋体" pitchFamily="2" charset="-122"/>
              </a:rPr>
              <a:t>timeafter</a:t>
            </a:r>
            <a:r>
              <a:rPr lang="en-US" altLang="zh-CN" dirty="0">
                <a:latin typeface="宋体" pitchFamily="2" charset="-122"/>
              </a:rPr>
              <a:t> – </a:t>
            </a:r>
            <a:r>
              <a:rPr lang="en-US" altLang="zh-CN" dirty="0" err="1">
                <a:latin typeface="宋体" pitchFamily="2" charset="-122"/>
              </a:rPr>
              <a:t>timebefore</a:t>
            </a:r>
            <a:r>
              <a:rPr lang="en-US" altLang="zh-CN" dirty="0">
                <a:latin typeface="宋体" pitchFamily="2" charset="-122"/>
              </a:rPr>
              <a:t>;</a:t>
            </a:r>
            <a:endParaRPr kumimoji="0" lang="en-US" altLang="zh-CN" dirty="0"/>
          </a:p>
        </p:txBody>
      </p:sp>
      <p:pic>
        <p:nvPicPr>
          <p:cNvPr id="277508" name="Picture 4"/>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4100306" y="1772816"/>
            <a:ext cx="4432134" cy="504056"/>
          </a:xfrm>
          <a:noFill/>
          <a:ln/>
          <a:extLs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灯片编号占位符 6"/>
          <p:cNvSpPr>
            <a:spLocks noGrp="1"/>
          </p:cNvSpPr>
          <p:nvPr>
            <p:ph type="sldNum" sz="quarter" idx="12"/>
          </p:nvPr>
        </p:nvSpPr>
        <p:spPr/>
        <p:txBody>
          <a:bodyPr/>
          <a:lstStyle/>
          <a:p>
            <a:fld id="{49384FBA-8DAD-4F83-8013-9A4A4D230343}" type="slidenum">
              <a:rPr lang="en-US" altLang="zh-CN"/>
              <a:pPr/>
              <a:t>6</a:t>
            </a:fld>
            <a:endParaRPr lang="en-US" altLang="zh-CN"/>
          </a:p>
        </p:txBody>
      </p:sp>
    </p:spTree>
  </p:cSld>
  <p:clrMapOvr>
    <a:masterClrMapping/>
  </p:clrMapOvr>
  <p:transition>
    <p:rand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8" name="Rectangle 2"/>
          <p:cNvSpPr>
            <a:spLocks noGrp="1" noChangeArrowheads="1"/>
          </p:cNvSpPr>
          <p:nvPr>
            <p:ph type="title"/>
          </p:nvPr>
        </p:nvSpPr>
        <p:spPr/>
        <p:txBody>
          <a:bodyPr/>
          <a:lstStyle/>
          <a:p>
            <a:r>
              <a:rPr lang="zh-CN" altLang="en-US" sz="4000"/>
              <a:t>示例程序：时间标记类</a:t>
            </a:r>
          </a:p>
        </p:txBody>
      </p:sp>
      <p:sp>
        <p:nvSpPr>
          <p:cNvPr id="285699" name="Rectangle 3"/>
          <p:cNvSpPr>
            <a:spLocks noGrp="1" noChangeArrowheads="1"/>
          </p:cNvSpPr>
          <p:nvPr>
            <p:ph type="body" sz="half" idx="1"/>
          </p:nvPr>
        </p:nvSpPr>
        <p:spPr>
          <a:xfrm>
            <a:off x="685800" y="1981200"/>
            <a:ext cx="7702550" cy="4114800"/>
          </a:xfrm>
        </p:spPr>
        <p:txBody>
          <a:bodyPr/>
          <a:lstStyle/>
          <a:p>
            <a:r>
              <a:rPr lang="zh-CN" altLang="en-US" sz="2400" dirty="0">
                <a:latin typeface="宋体" pitchFamily="2" charset="-122"/>
              </a:rPr>
              <a:t>函数</a:t>
            </a:r>
            <a:r>
              <a:rPr lang="en-US" altLang="zh-CN" sz="2400" b="1" dirty="0" err="1">
                <a:latin typeface="宋体" pitchFamily="2" charset="-122"/>
              </a:rPr>
              <a:t>ctime</a:t>
            </a:r>
            <a:r>
              <a:rPr lang="en-US" altLang="zh-CN" sz="2400" b="1" dirty="0">
                <a:latin typeface="宋体" pitchFamily="2" charset="-122"/>
              </a:rPr>
              <a:t> </a:t>
            </a:r>
            <a:r>
              <a:rPr lang="zh-CN" altLang="en-US" sz="2400" dirty="0">
                <a:latin typeface="宋体" pitchFamily="2" charset="-122"/>
              </a:rPr>
              <a:t>的原型为</a:t>
            </a:r>
            <a:r>
              <a:rPr lang="en-US" altLang="zh-CN" sz="2400" dirty="0">
                <a:latin typeface="宋体" pitchFamily="2" charset="-122"/>
              </a:rPr>
              <a:t>:</a:t>
            </a:r>
          </a:p>
          <a:p>
            <a:r>
              <a:rPr lang="zh-CN" altLang="en-US" sz="2400" dirty="0">
                <a:latin typeface="宋体" pitchFamily="2" charset="-122"/>
              </a:rPr>
              <a:t>返回值：</a:t>
            </a:r>
            <a:r>
              <a:rPr lang="zh-CN" altLang="zh-CN" sz="2400" b="1" dirty="0">
                <a:latin typeface="宋体" pitchFamily="2" charset="-122"/>
              </a:rPr>
              <a:t>ctime</a:t>
            </a:r>
            <a:r>
              <a:rPr lang="zh-CN" altLang="zh-CN" sz="2400" dirty="0">
                <a:latin typeface="宋体" pitchFamily="2" charset="-122"/>
              </a:rPr>
              <a:t>函数接收一个</a:t>
            </a:r>
            <a:r>
              <a:rPr lang="zh-CN" altLang="zh-CN" sz="2400" b="1" dirty="0">
                <a:latin typeface="宋体" pitchFamily="2" charset="-122"/>
              </a:rPr>
              <a:t>time_t </a:t>
            </a:r>
            <a:r>
              <a:rPr lang="zh-CN" altLang="zh-CN" sz="2400" dirty="0">
                <a:latin typeface="宋体" pitchFamily="2" charset="-122"/>
              </a:rPr>
              <a:t>类型变量的地址，</a:t>
            </a:r>
            <a:r>
              <a:rPr kumimoji="0" lang="zh-CN" altLang="en-US" sz="2400" dirty="0">
                <a:latin typeface="宋体" pitchFamily="2" charset="-122"/>
              </a:rPr>
              <a:t>返回一个</a:t>
            </a:r>
            <a:r>
              <a:rPr kumimoji="0" lang="en-US" altLang="zh-CN" sz="2400" dirty="0">
                <a:latin typeface="宋体" pitchFamily="2" charset="-122"/>
              </a:rPr>
              <a:t>C</a:t>
            </a:r>
            <a:r>
              <a:rPr kumimoji="0" lang="zh-CN" altLang="en-US" sz="2400" dirty="0">
                <a:latin typeface="宋体" pitchFamily="2" charset="-122"/>
              </a:rPr>
              <a:t>风格字符串</a:t>
            </a:r>
          </a:p>
          <a:p>
            <a:endParaRPr kumimoji="0" lang="zh-CN" altLang="en-US" sz="2400" dirty="0">
              <a:latin typeface="宋体" pitchFamily="2" charset="-122"/>
            </a:endParaRPr>
          </a:p>
          <a:p>
            <a:r>
              <a:rPr kumimoji="0" lang="zh-CN" altLang="en-US" sz="2400" dirty="0">
                <a:latin typeface="宋体" pitchFamily="2" charset="-122"/>
              </a:rPr>
              <a:t>通常，我们首先调用</a:t>
            </a:r>
            <a:r>
              <a:rPr kumimoji="0" lang="en-US" altLang="zh-CN" sz="2400" b="1" dirty="0">
                <a:latin typeface="宋体" pitchFamily="2" charset="-122"/>
              </a:rPr>
              <a:t>time</a:t>
            </a:r>
            <a:r>
              <a:rPr kumimoji="0" lang="zh-CN" altLang="en-US" sz="2400" dirty="0">
                <a:latin typeface="宋体" pitchFamily="2" charset="-122"/>
              </a:rPr>
              <a:t>来设置一个</a:t>
            </a:r>
            <a:r>
              <a:rPr kumimoji="0" lang="en-US" altLang="zh-CN" sz="2400" b="1" dirty="0" err="1">
                <a:latin typeface="宋体" pitchFamily="2" charset="-122"/>
              </a:rPr>
              <a:t>time_t</a:t>
            </a:r>
            <a:r>
              <a:rPr kumimoji="0" lang="zh-CN" altLang="en-US" sz="2400" dirty="0">
                <a:latin typeface="宋体" pitchFamily="2" charset="-122"/>
              </a:rPr>
              <a:t>类型的变量，然后将该变量的地址传给</a:t>
            </a:r>
            <a:r>
              <a:rPr kumimoji="0" lang="en-US" altLang="zh-CN" sz="2400" b="1" dirty="0" err="1">
                <a:latin typeface="宋体" pitchFamily="2" charset="-122"/>
              </a:rPr>
              <a:t>ctime</a:t>
            </a:r>
            <a:r>
              <a:rPr kumimoji="0" lang="zh-CN" altLang="en-US" sz="2400" b="1" dirty="0">
                <a:latin typeface="宋体" pitchFamily="2" charset="-122"/>
              </a:rPr>
              <a:t>，</a:t>
            </a:r>
            <a:r>
              <a:rPr kumimoji="0" lang="zh-CN" altLang="en-US" sz="2400" dirty="0">
                <a:latin typeface="宋体" pitchFamily="2" charset="-122"/>
              </a:rPr>
              <a:t>来得到一个</a:t>
            </a:r>
            <a:r>
              <a:rPr kumimoji="0" lang="en-US" altLang="zh-CN" sz="2400" dirty="0">
                <a:latin typeface="宋体" pitchFamily="2" charset="-122"/>
              </a:rPr>
              <a:t>C</a:t>
            </a:r>
            <a:r>
              <a:rPr kumimoji="0" lang="zh-CN" altLang="en-US" sz="2400" dirty="0">
                <a:latin typeface="宋体" pitchFamily="2" charset="-122"/>
              </a:rPr>
              <a:t>风格字符串</a:t>
            </a:r>
          </a:p>
          <a:p>
            <a:endParaRPr kumimoji="0" lang="en-US" altLang="zh-CN" sz="2400" dirty="0">
              <a:latin typeface="宋体" pitchFamily="2" charset="-122"/>
            </a:endParaRPr>
          </a:p>
        </p:txBody>
      </p:sp>
      <p:pic>
        <p:nvPicPr>
          <p:cNvPr id="285704" name="Picture 8"/>
          <p:cNvPicPr>
            <a:picLocks noGrp="1" noChangeAspect="1" noChangeArrowheads="1"/>
          </p:cNvPicPr>
          <p:nvPr>
            <p:ph sz="quarter" idx="2"/>
          </p:nvPr>
        </p:nvPicPr>
        <p:blipFill>
          <a:blip r:embed="rId2">
            <a:extLst>
              <a:ext uri="{28A0092B-C50C-407E-A947-70E740481C1C}">
                <a14:useLocalDpi xmlns:a14="http://schemas.microsoft.com/office/drawing/2010/main" val="0"/>
              </a:ext>
            </a:extLst>
          </a:blip>
          <a:srcRect/>
          <a:stretch>
            <a:fillRect/>
          </a:stretch>
        </p:blipFill>
        <p:spPr>
          <a:xfrm>
            <a:off x="319996" y="4975225"/>
            <a:ext cx="4172804" cy="974055"/>
          </a:xfrm>
          <a:noFill/>
          <a:ln/>
          <a:extLs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85701" name="Picture 5"/>
          <p:cNvPicPr>
            <a:picLocks noGrp="1" noChangeAspect="1" noChangeArrowheads="1"/>
          </p:cNvPicPr>
          <p:nvPr>
            <p:ph sz="quarter" idx="3"/>
          </p:nvPr>
        </p:nvPicPr>
        <p:blipFill>
          <a:blip r:embed="rId3">
            <a:extLst>
              <a:ext uri="{28A0092B-C50C-407E-A947-70E740481C1C}">
                <a14:useLocalDpi xmlns:a14="http://schemas.microsoft.com/office/drawing/2010/main" val="0"/>
              </a:ext>
            </a:extLst>
          </a:blip>
          <a:srcRect/>
          <a:stretch>
            <a:fillRect/>
          </a:stretch>
        </p:blipFill>
        <p:spPr>
          <a:xfrm>
            <a:off x="4284663" y="2060574"/>
            <a:ext cx="4686752" cy="432321"/>
          </a:xfrm>
          <a:noFill/>
          <a:ln/>
          <a:extLs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灯片编号占位符 7"/>
          <p:cNvSpPr>
            <a:spLocks noGrp="1"/>
          </p:cNvSpPr>
          <p:nvPr>
            <p:ph type="sldNum" sz="quarter" idx="12"/>
          </p:nvPr>
        </p:nvSpPr>
        <p:spPr/>
        <p:txBody>
          <a:bodyPr/>
          <a:lstStyle/>
          <a:p>
            <a:fld id="{E1B2C240-B934-40EE-9203-A7E74FE5D406}" type="slidenum">
              <a:rPr lang="en-US" altLang="zh-CN"/>
              <a:pPr/>
              <a:t>7</a:t>
            </a:fld>
            <a:endParaRPr lang="en-US" altLang="zh-CN"/>
          </a:p>
        </p:txBody>
      </p:sp>
      <p:pic>
        <p:nvPicPr>
          <p:cNvPr id="285706" name="Picture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87900" y="5013325"/>
            <a:ext cx="4157044" cy="8639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random/>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6" name="Rectangle 2"/>
          <p:cNvSpPr>
            <a:spLocks noGrp="1" noChangeArrowheads="1"/>
          </p:cNvSpPr>
          <p:nvPr>
            <p:ph type="title"/>
          </p:nvPr>
        </p:nvSpPr>
        <p:spPr>
          <a:xfrm>
            <a:off x="685800" y="44450"/>
            <a:ext cx="7772400" cy="1143000"/>
          </a:xfrm>
        </p:spPr>
        <p:txBody>
          <a:bodyPr/>
          <a:lstStyle/>
          <a:p>
            <a:r>
              <a:rPr lang="zh-CN" altLang="en-US" sz="4000"/>
              <a:t>示例程序：时间标记类</a:t>
            </a:r>
          </a:p>
        </p:txBody>
      </p:sp>
      <p:sp>
        <p:nvSpPr>
          <p:cNvPr id="287747" name="Rectangle 3"/>
          <p:cNvSpPr>
            <a:spLocks noGrp="1" noChangeArrowheads="1"/>
          </p:cNvSpPr>
          <p:nvPr>
            <p:ph type="body" sz="half" idx="1"/>
          </p:nvPr>
        </p:nvSpPr>
        <p:spPr>
          <a:xfrm>
            <a:off x="684212" y="1287462"/>
            <a:ext cx="7920235" cy="4877841"/>
          </a:xfrm>
        </p:spPr>
        <p:txBody>
          <a:bodyPr>
            <a:normAutofit fontScale="92500" lnSpcReduction="10000"/>
          </a:bodyPr>
          <a:lstStyle/>
          <a:p>
            <a:r>
              <a:rPr kumimoji="0" lang="en-US" altLang="zh-CN" sz="2400" dirty="0" err="1">
                <a:latin typeface="宋体" pitchFamily="2" charset="-122"/>
              </a:rPr>
              <a:t>Ctime</a:t>
            </a:r>
            <a:r>
              <a:rPr kumimoji="0" lang="zh-CN" altLang="en-US" sz="2400" dirty="0">
                <a:latin typeface="宋体" pitchFamily="2" charset="-122"/>
              </a:rPr>
              <a:t>返回的字符串通常采用如下格式：</a:t>
            </a:r>
          </a:p>
          <a:p>
            <a:pPr lvl="1"/>
            <a:r>
              <a:rPr kumimoji="0" lang="zh-CN" altLang="en-US" sz="1800" dirty="0">
                <a:latin typeface="宋体" pitchFamily="2" charset="-122"/>
              </a:rPr>
              <a:t>最前面三个字符表示星期几，如</a:t>
            </a:r>
            <a:r>
              <a:rPr kumimoji="0" lang="en-US" altLang="zh-CN" sz="1800" b="1" dirty="0">
                <a:latin typeface="宋体" pitchFamily="2" charset="-122"/>
              </a:rPr>
              <a:t>Tue</a:t>
            </a:r>
            <a:r>
              <a:rPr kumimoji="0" lang="zh-CN" altLang="en-US" sz="1800" dirty="0">
                <a:latin typeface="宋体" pitchFamily="2" charset="-122"/>
              </a:rPr>
              <a:t>。</a:t>
            </a:r>
          </a:p>
          <a:p>
            <a:pPr lvl="1"/>
            <a:r>
              <a:rPr kumimoji="0" lang="zh-CN" altLang="en-US" sz="1800" dirty="0">
                <a:latin typeface="宋体" pitchFamily="2" charset="-122"/>
              </a:rPr>
              <a:t>第四个字符是一个空格。</a:t>
            </a:r>
          </a:p>
          <a:p>
            <a:pPr lvl="1"/>
            <a:r>
              <a:rPr kumimoji="0" lang="zh-CN" altLang="en-US" sz="1800" dirty="0">
                <a:latin typeface="宋体" pitchFamily="2" charset="-122"/>
              </a:rPr>
              <a:t>从第五个字符到第七个字符表示月份，如</a:t>
            </a:r>
            <a:r>
              <a:rPr kumimoji="0" lang="en-US" altLang="zh-CN" sz="1800" b="1" dirty="0">
                <a:latin typeface="宋体" pitchFamily="2" charset="-122"/>
              </a:rPr>
              <a:t>Jul</a:t>
            </a:r>
            <a:r>
              <a:rPr kumimoji="0" lang="zh-CN" altLang="en-US" sz="1800" dirty="0">
                <a:latin typeface="宋体" pitchFamily="2" charset="-122"/>
              </a:rPr>
              <a:t>。</a:t>
            </a:r>
          </a:p>
          <a:p>
            <a:pPr lvl="1"/>
            <a:r>
              <a:rPr kumimoji="0" lang="zh-CN" altLang="en-US" sz="1800" dirty="0">
                <a:latin typeface="宋体" pitchFamily="2" charset="-122"/>
              </a:rPr>
              <a:t>第八个字符是一个空格。</a:t>
            </a:r>
          </a:p>
          <a:p>
            <a:pPr lvl="1"/>
            <a:r>
              <a:rPr kumimoji="0" lang="zh-CN" altLang="en-US" sz="1800" dirty="0">
                <a:latin typeface="宋体" pitchFamily="2" charset="-122"/>
              </a:rPr>
              <a:t>第九个字符和第十个字符表示是该月的第几天，如</a:t>
            </a:r>
            <a:r>
              <a:rPr kumimoji="0" lang="en-US" altLang="zh-CN" sz="1800" b="1" dirty="0">
                <a:latin typeface="宋体" pitchFamily="2" charset="-122"/>
              </a:rPr>
              <a:t>21</a:t>
            </a:r>
            <a:r>
              <a:rPr kumimoji="0" lang="zh-CN" altLang="en-US" sz="1800" dirty="0">
                <a:latin typeface="宋体" pitchFamily="2" charset="-122"/>
              </a:rPr>
              <a:t>。</a:t>
            </a:r>
          </a:p>
          <a:p>
            <a:pPr lvl="1"/>
            <a:r>
              <a:rPr kumimoji="0" lang="zh-CN" altLang="en-US" sz="1800" dirty="0">
                <a:latin typeface="宋体" pitchFamily="2" charset="-122"/>
              </a:rPr>
              <a:t>第十一个字符是一个空格。</a:t>
            </a:r>
          </a:p>
          <a:p>
            <a:pPr lvl="1"/>
            <a:r>
              <a:rPr kumimoji="0" lang="zh-CN" altLang="en-US" sz="1800" dirty="0">
                <a:latin typeface="宋体" pitchFamily="2" charset="-122"/>
              </a:rPr>
              <a:t>第十二和十三个字符表示小时，从</a:t>
            </a:r>
            <a:r>
              <a:rPr kumimoji="0" lang="en-US" altLang="zh-CN" sz="1800" b="1" dirty="0">
                <a:latin typeface="宋体" pitchFamily="2" charset="-122"/>
              </a:rPr>
              <a:t>00</a:t>
            </a:r>
            <a:r>
              <a:rPr kumimoji="0" lang="zh-CN" altLang="en-US" sz="1800" dirty="0">
                <a:latin typeface="宋体" pitchFamily="2" charset="-122"/>
              </a:rPr>
              <a:t>（午夜）到</a:t>
            </a:r>
            <a:r>
              <a:rPr kumimoji="0" lang="en-US" altLang="zh-CN" sz="1800" b="1" dirty="0">
                <a:latin typeface="宋体" pitchFamily="2" charset="-122"/>
              </a:rPr>
              <a:t>23</a:t>
            </a:r>
            <a:r>
              <a:rPr kumimoji="0" lang="zh-CN" altLang="en-US" sz="1800" dirty="0">
                <a:latin typeface="宋体" pitchFamily="2" charset="-122"/>
              </a:rPr>
              <a:t>（</a:t>
            </a:r>
            <a:r>
              <a:rPr kumimoji="0" lang="en-US" altLang="zh-CN" sz="1800" dirty="0">
                <a:latin typeface="宋体" pitchFamily="2" charset="-122"/>
              </a:rPr>
              <a:t>11P.M.</a:t>
            </a:r>
            <a:r>
              <a:rPr kumimoji="0" lang="zh-CN" altLang="en-US" sz="1800" dirty="0">
                <a:latin typeface="宋体" pitchFamily="2" charset="-122"/>
              </a:rPr>
              <a:t>）。</a:t>
            </a:r>
          </a:p>
          <a:p>
            <a:pPr lvl="1"/>
            <a:r>
              <a:rPr kumimoji="0" lang="zh-CN" altLang="en-US" sz="1800" dirty="0">
                <a:latin typeface="宋体" pitchFamily="2" charset="-122"/>
              </a:rPr>
              <a:t>第十四个字符是一个冒号。</a:t>
            </a:r>
          </a:p>
          <a:p>
            <a:pPr lvl="1"/>
            <a:r>
              <a:rPr kumimoji="0" lang="zh-CN" altLang="en-US" sz="1800" dirty="0">
                <a:latin typeface="宋体" pitchFamily="2" charset="-122"/>
              </a:rPr>
              <a:t>第十五和第十六个字符表示分钟，从</a:t>
            </a:r>
            <a:r>
              <a:rPr kumimoji="0" lang="en-US" altLang="zh-CN" sz="1800" b="1" dirty="0">
                <a:latin typeface="宋体" pitchFamily="2" charset="-122"/>
              </a:rPr>
              <a:t>00</a:t>
            </a:r>
            <a:r>
              <a:rPr kumimoji="0" lang="zh-CN" altLang="en-US" sz="1800" dirty="0">
                <a:latin typeface="宋体" pitchFamily="2" charset="-122"/>
              </a:rPr>
              <a:t>到</a:t>
            </a:r>
            <a:r>
              <a:rPr kumimoji="0" lang="en-US" altLang="zh-CN" sz="1800" b="1" dirty="0">
                <a:latin typeface="宋体" pitchFamily="2" charset="-122"/>
              </a:rPr>
              <a:t>59</a:t>
            </a:r>
            <a:r>
              <a:rPr kumimoji="0" lang="zh-CN" altLang="en-US" sz="1800" dirty="0">
                <a:latin typeface="宋体" pitchFamily="2" charset="-122"/>
              </a:rPr>
              <a:t>。</a:t>
            </a:r>
          </a:p>
          <a:p>
            <a:pPr lvl="1"/>
            <a:r>
              <a:rPr kumimoji="0" lang="zh-CN" altLang="en-US" sz="1800" dirty="0">
                <a:latin typeface="宋体" pitchFamily="2" charset="-122"/>
              </a:rPr>
              <a:t>第十七个字符是一个冒号。</a:t>
            </a:r>
          </a:p>
          <a:p>
            <a:pPr lvl="1"/>
            <a:r>
              <a:rPr kumimoji="0" lang="zh-CN" altLang="en-US" sz="1800" dirty="0">
                <a:latin typeface="宋体" pitchFamily="2" charset="-122"/>
              </a:rPr>
              <a:t>第十八和十九个字符表示秒，从</a:t>
            </a:r>
            <a:r>
              <a:rPr kumimoji="0" lang="en-US" altLang="zh-CN" sz="1800" b="1" dirty="0">
                <a:latin typeface="宋体" pitchFamily="2" charset="-122"/>
              </a:rPr>
              <a:t>00</a:t>
            </a:r>
            <a:r>
              <a:rPr kumimoji="0" lang="zh-CN" altLang="en-US" sz="1800" dirty="0">
                <a:latin typeface="宋体" pitchFamily="2" charset="-122"/>
              </a:rPr>
              <a:t>到</a:t>
            </a:r>
            <a:r>
              <a:rPr kumimoji="0" lang="en-US" altLang="zh-CN" sz="1800" b="1" dirty="0">
                <a:latin typeface="宋体" pitchFamily="2" charset="-122"/>
              </a:rPr>
              <a:t>59</a:t>
            </a:r>
            <a:r>
              <a:rPr kumimoji="0" lang="zh-CN" altLang="en-US" sz="1800" dirty="0">
                <a:latin typeface="宋体" pitchFamily="2" charset="-122"/>
              </a:rPr>
              <a:t>。</a:t>
            </a:r>
          </a:p>
          <a:p>
            <a:pPr lvl="1"/>
            <a:r>
              <a:rPr kumimoji="0" lang="zh-CN" altLang="en-US" sz="1800" dirty="0">
                <a:latin typeface="宋体" pitchFamily="2" charset="-122"/>
              </a:rPr>
              <a:t>第二十个字符是一个空格。</a:t>
            </a:r>
          </a:p>
          <a:p>
            <a:pPr lvl="1"/>
            <a:r>
              <a:rPr kumimoji="0" lang="zh-CN" altLang="en-US" sz="1800" dirty="0">
                <a:latin typeface="宋体" pitchFamily="2" charset="-122"/>
              </a:rPr>
              <a:t>第二十一到第二十四个字符表示年份，如</a:t>
            </a:r>
            <a:r>
              <a:rPr kumimoji="0" lang="en-US" altLang="zh-CN" sz="1800" b="1" dirty="0">
                <a:latin typeface="宋体" pitchFamily="2" charset="-122"/>
              </a:rPr>
              <a:t>1999</a:t>
            </a:r>
            <a:r>
              <a:rPr kumimoji="0" lang="zh-CN" altLang="en-US" sz="1800" dirty="0">
                <a:latin typeface="宋体" pitchFamily="2" charset="-122"/>
              </a:rPr>
              <a:t>。</a:t>
            </a:r>
          </a:p>
          <a:p>
            <a:pPr lvl="1"/>
            <a:r>
              <a:rPr kumimoji="0" lang="zh-CN" altLang="en-US" sz="1800" dirty="0">
                <a:latin typeface="宋体" pitchFamily="2" charset="-122"/>
              </a:rPr>
              <a:t>第二十五个字符是一个换行符。</a:t>
            </a:r>
          </a:p>
          <a:p>
            <a:pPr lvl="1"/>
            <a:r>
              <a:rPr kumimoji="0" lang="zh-CN" altLang="en-US" sz="1600" dirty="0">
                <a:latin typeface="宋体" pitchFamily="2" charset="-122"/>
              </a:rPr>
              <a:t>第二十六个字符是一个</a:t>
            </a:r>
            <a:r>
              <a:rPr kumimoji="0" lang="en-US" altLang="zh-CN" sz="1600" dirty="0">
                <a:latin typeface="宋体" pitchFamily="2" charset="-122"/>
              </a:rPr>
              <a:t>null</a:t>
            </a:r>
            <a:r>
              <a:rPr kumimoji="0" lang="zh-CN" altLang="en-US" sz="1600" dirty="0">
                <a:latin typeface="宋体" pitchFamily="2" charset="-122"/>
              </a:rPr>
              <a:t>结束符。</a:t>
            </a:r>
          </a:p>
          <a:p>
            <a:endParaRPr kumimoji="0" lang="en-US" altLang="zh-CN" sz="2400" dirty="0">
              <a:latin typeface="宋体" pitchFamily="2" charset="-122"/>
            </a:endParaRPr>
          </a:p>
        </p:txBody>
      </p:sp>
      <p:pic>
        <p:nvPicPr>
          <p:cNvPr id="287753" name="Picture 9"/>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6012160" y="1364382"/>
            <a:ext cx="3003858" cy="624458"/>
          </a:xfrm>
          <a:noFill/>
          <a:ln/>
          <a:extLs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灯片编号占位符 6"/>
          <p:cNvSpPr>
            <a:spLocks noGrp="1"/>
          </p:cNvSpPr>
          <p:nvPr>
            <p:ph type="sldNum" sz="quarter" idx="12"/>
          </p:nvPr>
        </p:nvSpPr>
        <p:spPr/>
        <p:txBody>
          <a:bodyPr/>
          <a:lstStyle/>
          <a:p>
            <a:fld id="{04D969F8-7668-4C3D-B379-51DF3BC84401}" type="slidenum">
              <a:rPr lang="en-US" altLang="zh-CN"/>
              <a:pPr/>
              <a:t>8</a:t>
            </a:fld>
            <a:endParaRPr lang="en-US" altLang="zh-CN"/>
          </a:p>
        </p:txBody>
      </p:sp>
    </p:spTree>
  </p:cSld>
  <p:clrMapOvr>
    <a:masterClrMapping/>
  </p:clrMapOvr>
  <p:transition>
    <p:random/>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94" name="Rectangle 2"/>
          <p:cNvSpPr>
            <a:spLocks noGrp="1" noChangeArrowheads="1"/>
          </p:cNvSpPr>
          <p:nvPr>
            <p:ph type="title"/>
          </p:nvPr>
        </p:nvSpPr>
        <p:spPr/>
        <p:txBody>
          <a:bodyPr/>
          <a:lstStyle/>
          <a:p>
            <a:r>
              <a:rPr lang="zh-CN" altLang="en-US" sz="4000"/>
              <a:t>示例程序：时间标记类</a:t>
            </a:r>
          </a:p>
        </p:txBody>
      </p:sp>
      <p:sp>
        <p:nvSpPr>
          <p:cNvPr id="289795" name="Rectangle 3"/>
          <p:cNvSpPr>
            <a:spLocks noGrp="1" noChangeArrowheads="1"/>
          </p:cNvSpPr>
          <p:nvPr>
            <p:ph type="body" sz="half" idx="1"/>
          </p:nvPr>
        </p:nvSpPr>
        <p:spPr>
          <a:xfrm>
            <a:off x="685800" y="1908621"/>
            <a:ext cx="7558088" cy="1376363"/>
          </a:xfrm>
        </p:spPr>
        <p:txBody>
          <a:bodyPr>
            <a:noAutofit/>
          </a:bodyPr>
          <a:lstStyle/>
          <a:p>
            <a:r>
              <a:rPr kumimoji="0" lang="en-US" altLang="en-US" sz="2400" dirty="0" err="1"/>
              <a:t>借助以上信息，可从所返回的字符串中提取任何需要的部分。例如</a:t>
            </a:r>
            <a:r>
              <a:rPr kumimoji="0" lang="en-US" altLang="en-US" sz="2400" dirty="0"/>
              <a:t>， </a:t>
            </a:r>
            <a:r>
              <a:rPr kumimoji="0" lang="en-US" altLang="en-US" sz="2400" b="1" dirty="0" err="1"/>
              <a:t>TimeStamp</a:t>
            </a:r>
            <a:r>
              <a:rPr kumimoji="0" lang="en-US" altLang="en-US" sz="2400" b="1" dirty="0"/>
              <a:t> </a:t>
            </a:r>
            <a:r>
              <a:rPr kumimoji="0" lang="en-US" altLang="en-US" sz="2400" dirty="0" err="1"/>
              <a:t>类中用于获取年份的</a:t>
            </a:r>
            <a:r>
              <a:rPr kumimoji="0" lang="en-US" altLang="en-US" sz="2400" b="1" dirty="0" err="1"/>
              <a:t>getYear</a:t>
            </a:r>
            <a:r>
              <a:rPr kumimoji="0" lang="en-US" altLang="en-US" sz="2400" dirty="0" err="1"/>
              <a:t>函数为</a:t>
            </a:r>
            <a:r>
              <a:rPr kumimoji="0" lang="zh-CN" altLang="en-US" sz="2400" dirty="0"/>
              <a:t>：</a:t>
            </a:r>
          </a:p>
          <a:p>
            <a:endParaRPr kumimoji="0" lang="zh-CN" altLang="en-US" sz="2400" dirty="0"/>
          </a:p>
          <a:p>
            <a:endParaRPr kumimoji="0" lang="zh-CN" altLang="en-US" sz="2400" dirty="0"/>
          </a:p>
          <a:p>
            <a:r>
              <a:rPr kumimoji="0" lang="en-US" altLang="en-US" sz="2400" b="1" dirty="0" err="1">
                <a:latin typeface="宋体" pitchFamily="2" charset="-122"/>
              </a:rPr>
              <a:t>getYear</a:t>
            </a:r>
            <a:r>
              <a:rPr kumimoji="0" lang="en-US" altLang="en-US" sz="2400" dirty="0" err="1">
                <a:latin typeface="宋体" pitchFamily="2" charset="-122"/>
              </a:rPr>
              <a:t>函数调用私有成员函数</a:t>
            </a:r>
            <a:r>
              <a:rPr kumimoji="0" lang="en-US" altLang="en-US" sz="2400" b="1" dirty="0" err="1">
                <a:latin typeface="宋体" pitchFamily="2" charset="-122"/>
              </a:rPr>
              <a:t>extract</a:t>
            </a:r>
            <a:r>
              <a:rPr kumimoji="0" lang="en-US" altLang="en-US" sz="2400" b="1" dirty="0">
                <a:latin typeface="宋体" pitchFamily="2" charset="-122"/>
              </a:rPr>
              <a:t> </a:t>
            </a:r>
            <a:r>
              <a:rPr kumimoji="0" lang="en-US" altLang="en-US" sz="2400" dirty="0">
                <a:latin typeface="宋体" pitchFamily="2" charset="-122"/>
              </a:rPr>
              <a:t>，</a:t>
            </a:r>
            <a:r>
              <a:rPr kumimoji="0" lang="en-US" altLang="en-US" sz="2400" dirty="0" err="1">
                <a:latin typeface="宋体" pitchFamily="2" charset="-122"/>
              </a:rPr>
              <a:t>并传给它两个变量，这两个变量指出希望获取的子串在原字符串中的起始位置及子串的长度</a:t>
            </a:r>
            <a:r>
              <a:rPr kumimoji="0" lang="en-US" altLang="en-US" sz="2400" dirty="0">
                <a:latin typeface="宋体" pitchFamily="2" charset="-122"/>
              </a:rPr>
              <a:t>。</a:t>
            </a:r>
            <a:endParaRPr kumimoji="0" lang="en-US" altLang="en-US" sz="2400" dirty="0"/>
          </a:p>
        </p:txBody>
      </p:sp>
      <p:pic>
        <p:nvPicPr>
          <p:cNvPr id="289800" name="Picture 8"/>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1372071" y="5229200"/>
            <a:ext cx="6368579" cy="1162075"/>
          </a:xfrm>
          <a:noFill/>
          <a:ln/>
          <a:extLs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89797" name="Picture 5"/>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1443377" y="3068960"/>
            <a:ext cx="5289211" cy="973832"/>
          </a:xfrm>
          <a:noFill/>
          <a:ln/>
          <a:extLs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灯片编号占位符 7"/>
          <p:cNvSpPr>
            <a:spLocks noGrp="1"/>
          </p:cNvSpPr>
          <p:nvPr>
            <p:ph type="sldNum" sz="quarter" idx="12"/>
          </p:nvPr>
        </p:nvSpPr>
        <p:spPr/>
        <p:txBody>
          <a:bodyPr/>
          <a:lstStyle/>
          <a:p>
            <a:fld id="{F57DE37B-AA41-4524-802B-509B9CB44F53}" type="slidenum">
              <a:rPr lang="en-US" altLang="zh-CN"/>
              <a:pPr/>
              <a:t>9</a:t>
            </a:fld>
            <a:endParaRPr lang="en-US" altLang="zh-CN"/>
          </a:p>
        </p:txBody>
      </p:sp>
    </p:spTree>
  </p:cSld>
  <p:clrMapOvr>
    <a:masterClrMapping/>
  </p:clrMapOvr>
  <p:transition>
    <p:random/>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8" name="Rectangle 8"/>
          <p:cNvSpPr>
            <a:spLocks noGrp="1" noChangeArrowheads="1"/>
          </p:cNvSpPr>
          <p:nvPr>
            <p:ph type="title"/>
          </p:nvPr>
        </p:nvSpPr>
        <p:spPr/>
        <p:txBody>
          <a:bodyPr/>
          <a:lstStyle/>
          <a:p>
            <a:endParaRPr lang="zh-CN" altLang="zh-CN"/>
          </a:p>
        </p:txBody>
      </p:sp>
      <p:sp>
        <p:nvSpPr>
          <p:cNvPr id="8" name="灯片编号占位符 6"/>
          <p:cNvSpPr>
            <a:spLocks noGrp="1"/>
          </p:cNvSpPr>
          <p:nvPr>
            <p:ph type="sldNum" sz="quarter" idx="12"/>
          </p:nvPr>
        </p:nvSpPr>
        <p:spPr/>
        <p:txBody>
          <a:bodyPr/>
          <a:lstStyle/>
          <a:p>
            <a:fld id="{262DE237-615B-4C96-928D-CE2859A6C07E}" type="slidenum">
              <a:rPr lang="en-US" altLang="zh-CN"/>
              <a:pPr/>
              <a:t>10</a:t>
            </a:fld>
            <a:endParaRPr lang="en-US" altLang="zh-CN"/>
          </a:p>
        </p:txBody>
      </p:sp>
      <p:grpSp>
        <p:nvGrpSpPr>
          <p:cNvPr id="291850" name="Group 10"/>
          <p:cNvGrpSpPr>
            <a:grpSpLocks/>
          </p:cNvGrpSpPr>
          <p:nvPr/>
        </p:nvGrpSpPr>
        <p:grpSpPr bwMode="auto">
          <a:xfrm>
            <a:off x="611188" y="0"/>
            <a:ext cx="5616575" cy="6884988"/>
            <a:chOff x="385" y="0"/>
            <a:chExt cx="3538" cy="4337"/>
          </a:xfrm>
        </p:grpSpPr>
        <p:pic>
          <p:nvPicPr>
            <p:cNvPr id="29184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5" y="2041"/>
              <a:ext cx="3538" cy="2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91847"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5" y="0"/>
              <a:ext cx="3538" cy="2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cSld>
  <p:clrMapOvr>
    <a:masterClrMapping/>
  </p:clrMapOvr>
  <p:transition>
    <p:rand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6" name="Rectangle 2"/>
          <p:cNvSpPr>
            <a:spLocks noGrp="1" noChangeArrowheads="1"/>
          </p:cNvSpPr>
          <p:nvPr>
            <p:ph type="title"/>
          </p:nvPr>
        </p:nvSpPr>
        <p:spPr/>
        <p:txBody>
          <a:bodyPr/>
          <a:lstStyle/>
          <a:p>
            <a:r>
              <a:rPr lang="zh-CN" altLang="en-US" sz="4000"/>
              <a:t>示例程序：时间标记类</a:t>
            </a:r>
          </a:p>
        </p:txBody>
      </p:sp>
      <p:sp>
        <p:nvSpPr>
          <p:cNvPr id="6" name="灯片编号占位符 5"/>
          <p:cNvSpPr>
            <a:spLocks noGrp="1"/>
          </p:cNvSpPr>
          <p:nvPr>
            <p:ph type="sldNum" sz="quarter" idx="12"/>
          </p:nvPr>
        </p:nvSpPr>
        <p:spPr/>
        <p:txBody>
          <a:bodyPr/>
          <a:lstStyle/>
          <a:p>
            <a:fld id="{B80D4138-C4DD-49BA-87F2-6AF515D8A905}" type="slidenum">
              <a:rPr lang="en-US" altLang="zh-CN"/>
              <a:pPr/>
              <a:t>11</a:t>
            </a:fld>
            <a:endParaRPr lang="en-US" altLang="zh-CN"/>
          </a:p>
        </p:txBody>
      </p:sp>
      <p:sp>
        <p:nvSpPr>
          <p:cNvPr id="282627" name="Rectangle 3"/>
          <p:cNvSpPr>
            <a:spLocks noGrp="1" noChangeArrowheads="1"/>
          </p:cNvSpPr>
          <p:nvPr>
            <p:ph sz="quarter" idx="1"/>
          </p:nvPr>
        </p:nvSpPr>
        <p:spPr/>
        <p:txBody>
          <a:bodyPr/>
          <a:lstStyle/>
          <a:p>
            <a:r>
              <a:rPr lang="en-US" altLang="zh-CN" sz="2400" b="1">
                <a:latin typeface="宋体" pitchFamily="2" charset="-122"/>
              </a:rPr>
              <a:t>TimeStamp </a:t>
            </a:r>
            <a:r>
              <a:rPr lang="zh-CN" altLang="en-US" sz="2400">
                <a:latin typeface="宋体" pitchFamily="2" charset="-122"/>
              </a:rPr>
              <a:t>类采用面向对象模式对标准库中已经提供的一些函数进行包装，以实现信息隐藏和信息封装。</a:t>
            </a:r>
          </a:p>
          <a:p>
            <a:endParaRPr lang="zh-CN" altLang="en-US" sz="2400">
              <a:latin typeface="宋体" pitchFamily="2" charset="-122"/>
            </a:endParaRPr>
          </a:p>
          <a:p>
            <a:r>
              <a:rPr lang="en-US" altLang="zh-CN" sz="2400" b="1">
                <a:latin typeface="宋体" pitchFamily="2" charset="-122"/>
              </a:rPr>
              <a:t>TimeStamp</a:t>
            </a:r>
            <a:r>
              <a:rPr lang="zh-CN" altLang="en-US" sz="2400">
                <a:latin typeface="宋体" pitchFamily="2" charset="-122"/>
              </a:rPr>
              <a:t>仅仅封装了一些已有的函数，并未增加什么全新的功能，对于这种类型的类，我们称之为瘦包装器</a:t>
            </a:r>
            <a:r>
              <a:rPr lang="en-US" altLang="zh-CN" sz="2400">
                <a:latin typeface="宋体" pitchFamily="2" charset="-122"/>
              </a:rPr>
              <a:t>(thin wrapper</a:t>
            </a:r>
            <a:r>
              <a:rPr lang="zh-CN" altLang="en-US" sz="2400">
                <a:latin typeface="宋体" pitchFamily="2" charset="-122"/>
              </a:rPr>
              <a:t>）。</a:t>
            </a:r>
          </a:p>
          <a:p>
            <a:endParaRPr lang="en-US" altLang="zh-CN"/>
          </a:p>
        </p:txBody>
      </p:sp>
    </p:spTree>
  </p:cSld>
  <p:clrMapOvr>
    <a:masterClrMapping/>
  </p:clrMapOvr>
  <p:transition>
    <p:random/>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平衡">
  <a:themeElements>
    <a:clrScheme name="平衡">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平衡">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平衡">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5283</TotalTime>
  <Words>765</Words>
  <Application>Microsoft Macintosh PowerPoint</Application>
  <PresentationFormat>全屏显示(4:3)</PresentationFormat>
  <Paragraphs>78</Paragraphs>
  <Slides>11</Slides>
  <Notes>2</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11</vt:i4>
      </vt:variant>
    </vt:vector>
  </HeadingPairs>
  <TitlesOfParts>
    <vt:vector size="18" baseType="lpstr">
      <vt:lpstr>宋体</vt:lpstr>
      <vt:lpstr>Franklin Gothic Book</vt:lpstr>
      <vt:lpstr>Monotype Sorts</vt:lpstr>
      <vt:lpstr>Perpetua</vt:lpstr>
      <vt:lpstr>Times New Roman</vt:lpstr>
      <vt:lpstr>Wingdings 2</vt:lpstr>
      <vt:lpstr>平衡</vt:lpstr>
      <vt:lpstr>示例程序：时间标记类</vt:lpstr>
      <vt:lpstr>示例程序：时间标记类</vt:lpstr>
      <vt:lpstr>示例程序：时间标记类</vt:lpstr>
      <vt:lpstr>PowerPoint 演示文稿</vt:lpstr>
      <vt:lpstr>示例程序：时间标记类</vt:lpstr>
      <vt:lpstr>示例程序：时间标记类</vt:lpstr>
      <vt:lpstr>示例程序：时间标记类</vt:lpstr>
      <vt:lpstr>示例程序：时间标记类</vt:lpstr>
      <vt:lpstr>示例程序：时间标记类</vt:lpstr>
      <vt:lpstr>PowerPoint 演示文稿</vt:lpstr>
      <vt:lpstr>示例程序：时间标记类</vt:lpstr>
    </vt:vector>
  </TitlesOfParts>
  <Company>中国人民大学</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面向对象的程序设计及C++</dc:title>
  <dc:subject>第一章  概述</dc:subject>
  <dc:creator>Wang Liang</dc:creator>
  <cp:lastModifiedBy>zhangyc@swc.neu.edu.cn</cp:lastModifiedBy>
  <cp:revision>283</cp:revision>
  <dcterms:created xsi:type="dcterms:W3CDTF">2001-02-06T01:47:22Z</dcterms:created>
  <dcterms:modified xsi:type="dcterms:W3CDTF">2025-09-25T13:14:35Z</dcterms:modified>
</cp:coreProperties>
</file>