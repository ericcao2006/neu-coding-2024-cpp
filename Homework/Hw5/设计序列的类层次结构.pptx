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7"/>
  </p:notesMasterIdLst>
  <p:handoutMasterIdLst>
    <p:handoutMasterId r:id="rId18"/>
  </p:handoutMasterIdLst>
  <p:sldIdLst>
    <p:sldId id="583" r:id="rId2"/>
    <p:sldId id="584" r:id="rId3"/>
    <p:sldId id="585" r:id="rId4"/>
    <p:sldId id="586" r:id="rId5"/>
    <p:sldId id="587" r:id="rId6"/>
    <p:sldId id="588" r:id="rId7"/>
    <p:sldId id="635" r:id="rId8"/>
    <p:sldId id="636" r:id="rId9"/>
    <p:sldId id="637" r:id="rId10"/>
    <p:sldId id="638" r:id="rId11"/>
    <p:sldId id="639" r:id="rId12"/>
    <p:sldId id="640" r:id="rId13"/>
    <p:sldId id="641" r:id="rId14"/>
    <p:sldId id="642" r:id="rId15"/>
    <p:sldId id="643" r:id="rId16"/>
  </p:sldIdLst>
  <p:sldSz cx="9144000" cy="6858000" type="screen4x3"/>
  <p:notesSz cx="6834188" cy="99790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3">
          <p15:clr>
            <a:srgbClr val="A4A3A4"/>
          </p15:clr>
        </p15:guide>
        <p15:guide id="2" pos="215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00FF"/>
    <a:srgbClr val="66FFFF"/>
    <a:srgbClr val="009900"/>
    <a:srgbClr val="FF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64" autoAdjust="0"/>
    <p:restoredTop sz="86085" autoAdjust="0"/>
  </p:normalViewPr>
  <p:slideViewPr>
    <p:cSldViewPr>
      <p:cViewPr varScale="1">
        <p:scale>
          <a:sx n="112" d="100"/>
          <a:sy n="112" d="100"/>
        </p:scale>
        <p:origin x="2136" y="1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3" d="100"/>
          <a:sy n="43" d="100"/>
        </p:scale>
        <p:origin x="-1416" y="-84"/>
      </p:cViewPr>
      <p:guideLst>
        <p:guide orient="horz" pos="3143"/>
        <p:guide pos="215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3.xml"/><Relationship Id="rId3" Type="http://schemas.openxmlformats.org/officeDocument/2006/relationships/slide" Target="slides/slide8.xml"/><Relationship Id="rId7" Type="http://schemas.openxmlformats.org/officeDocument/2006/relationships/slide" Target="slides/slide12.xml"/><Relationship Id="rId2" Type="http://schemas.openxmlformats.org/officeDocument/2006/relationships/slide" Target="slides/slide7.xml"/><Relationship Id="rId1" Type="http://schemas.openxmlformats.org/officeDocument/2006/relationships/slide" Target="slides/slide1.xml"/><Relationship Id="rId6" Type="http://schemas.openxmlformats.org/officeDocument/2006/relationships/slide" Target="slides/slide11.xml"/><Relationship Id="rId5" Type="http://schemas.openxmlformats.org/officeDocument/2006/relationships/slide" Target="slides/slide10.xml"/><Relationship Id="rId10" Type="http://schemas.openxmlformats.org/officeDocument/2006/relationships/slide" Target="slides/slide15.xml"/><Relationship Id="rId4" Type="http://schemas.openxmlformats.org/officeDocument/2006/relationships/slide" Target="slides/slide9.xml"/><Relationship Id="rId9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3500" y="0"/>
            <a:ext cx="29606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80550"/>
            <a:ext cx="2962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3500" y="9480550"/>
            <a:ext cx="29606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AAE6125-5F50-4DDD-BB1D-5CA63C2E23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4638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3500" y="0"/>
            <a:ext cx="29606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22338" y="747713"/>
            <a:ext cx="4991100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40275"/>
            <a:ext cx="5011738" cy="449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80550"/>
            <a:ext cx="2962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3500" y="9480550"/>
            <a:ext cx="29606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172206B-2AE6-499F-B7D8-324FB249A8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4577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02DD017-FB2E-47D9-8292-63894899072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2A8C4-B963-4844-9310-AC9518F7E63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A1E2086-FBC1-4ACA-B246-0572B31094F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82A4-7D3D-4C26-B08B-981DE7D9F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19036-A3E5-4CD1-B6B4-0E74BA3CF58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6D9E-C421-4128-B3B7-4D4DBAF035D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FC71-E2ED-472C-ADB5-A7A007F5CC0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D869-19CE-4A93-92D7-60C20F6DDAD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15FD646-48A1-4A27-B7DE-53696E433AE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664C-0126-440B-A124-300D7968787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AC3-60D9-4941-94FB-B9BD531FEF0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533C75E-4091-41DD-B7E2-CE9C9934E8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7815088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 dirty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/>
              <a:t>第二级</a:t>
            </a:r>
          </a:p>
          <a:p>
            <a:pPr lvl="2" eaLnBrk="1" latinLnBrk="0" hangingPunct="1"/>
            <a:r>
              <a:rPr kumimoji="0" lang="zh-CN" altLang="en-US" dirty="0"/>
              <a:t>第三级</a:t>
            </a:r>
          </a:p>
          <a:p>
            <a:pPr lvl="3" eaLnBrk="1" latinLnBrk="0" hangingPunct="1"/>
            <a:r>
              <a:rPr kumimoji="0" lang="zh-CN" altLang="en-US" dirty="0"/>
              <a:t>第四级</a:t>
            </a:r>
          </a:p>
          <a:p>
            <a:pPr lvl="4" eaLnBrk="1" latinLnBrk="0" hangingPunct="1"/>
            <a:r>
              <a:rPr kumimoji="0" lang="zh-CN" altLang="en-US" dirty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3430C793-F053-4FB1-9498-AD488B5BBBD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6" r:id="rId12"/>
  </p:sldLayoutIdLst>
  <p:transition>
    <p:random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FA56-B444-4FF0-A523-D90488BF2040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8062913" cy="1143000"/>
          </a:xfrm>
        </p:spPr>
        <p:txBody>
          <a:bodyPr/>
          <a:lstStyle/>
          <a:p>
            <a:r>
              <a:rPr lang="zh-CN" altLang="en-US" sz="4000"/>
              <a:t>示例程序：设计序列的类层次结构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866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sz="24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901700" y="2197100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en-US" altLang="zh-CN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</p:txBody>
      </p:sp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755650" y="1916113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r>
              <a:rPr lang="zh-CN" altLang="en-US" sz="2800"/>
              <a:t>设计一个继承层次结构，用来处理字符串序列（ </a:t>
            </a:r>
            <a:r>
              <a:rPr lang="en-US" altLang="zh-CN" sz="2800" b="1"/>
              <a:t>sequence</a:t>
            </a:r>
            <a:r>
              <a:rPr lang="en-US" altLang="zh-CN" sz="2800"/>
              <a:t> </a:t>
            </a:r>
            <a:r>
              <a:rPr lang="zh-CN" altLang="en-US" sz="2800"/>
              <a:t>）和有序字符串序列（</a:t>
            </a:r>
            <a:r>
              <a:rPr lang="en-US" altLang="zh-CN" sz="2800" b="1"/>
              <a:t>Sorted sequence</a:t>
            </a:r>
            <a:r>
              <a:rPr lang="zh-CN" altLang="en-US" sz="2800" b="1"/>
              <a:t>。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zh-CN" altLang="en-US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5704055"/>
      </p:ext>
    </p:ext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B8F96-CDD1-4C04-BF86-035DC051D515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b="1"/>
              <a:t>Sequence </a:t>
            </a:r>
            <a:r>
              <a:rPr lang="zh-CN" altLang="en-US" sz="2800"/>
              <a:t>类拥有如下数据成员：</a:t>
            </a:r>
          </a:p>
          <a:p>
            <a:pPr lvl="1"/>
            <a:r>
              <a:rPr lang="zh-CN" altLang="en-US" sz="2400"/>
              <a:t>用来存储多个字符串的成员。</a:t>
            </a:r>
          </a:p>
          <a:p>
            <a:pPr lvl="1"/>
            <a:r>
              <a:rPr lang="zh-CN" altLang="en-US" sz="2400"/>
              <a:t>用来存储文件名的成员。</a:t>
            </a:r>
          </a:p>
          <a:p>
            <a:pPr lvl="1"/>
            <a:r>
              <a:rPr lang="zh-CN" altLang="en-US" sz="2400"/>
              <a:t>用来存储最后一个字符串的索引值的成员。</a:t>
            </a:r>
          </a:p>
          <a:p>
            <a:pPr lvl="1"/>
            <a:r>
              <a:rPr lang="zh-CN" altLang="en-US" sz="2400"/>
              <a:t>用来处理输入输出文件的成员。</a:t>
            </a:r>
          </a:p>
          <a:p>
            <a:r>
              <a:rPr lang="en-US" altLang="zh-CN" sz="2800" b="1"/>
              <a:t>Sequence</a:t>
            </a:r>
            <a:r>
              <a:rPr lang="zh-CN" altLang="en-US" sz="2800"/>
              <a:t>类的公有成员函数可完成如下操作：</a:t>
            </a:r>
          </a:p>
          <a:p>
            <a:pPr lvl="1"/>
            <a:r>
              <a:rPr lang="zh-CN" altLang="en-US" sz="2400"/>
              <a:t>添加字符串到指定的位置。</a:t>
            </a:r>
          </a:p>
          <a:p>
            <a:pPr lvl="1"/>
            <a:r>
              <a:rPr lang="zh-CN" altLang="en-US" sz="2400"/>
              <a:t>删除指定位置的字符串。</a:t>
            </a:r>
          </a:p>
          <a:p>
            <a:pPr lvl="1"/>
            <a:r>
              <a:rPr lang="zh-CN" altLang="en-US" sz="2400"/>
              <a:t>输出序列。</a:t>
            </a:r>
          </a:p>
          <a:p>
            <a:endParaRPr lang="en-US" altLang="zh-CN" sz="2800"/>
          </a:p>
        </p:txBody>
      </p:sp>
    </p:spTree>
    <p:extLst>
      <p:ext uri="{BB962C8B-B14F-4D97-AF65-F5344CB8AC3E}">
        <p14:creationId xmlns:p14="http://schemas.microsoft.com/office/powerpoint/2010/main" val="342230981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41F7-48E0-4A0C-86C0-E1D32F44AD0A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44675"/>
            <a:ext cx="7772400" cy="4251325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CN" sz="2400" b="1">
                <a:latin typeface="宋体" pitchFamily="2" charset="-122"/>
              </a:rPr>
              <a:t>Sequence</a:t>
            </a:r>
            <a:r>
              <a:rPr lang="zh-CN" altLang="en-US" sz="2400">
                <a:latin typeface="宋体" pitchFamily="2" charset="-122"/>
              </a:rPr>
              <a:t>类的默认构造函数完成如下操作：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latin typeface="宋体" pitchFamily="2" charset="-122"/>
              </a:rPr>
              <a:t>设定最后一个字符串的索引值为－</a:t>
            </a:r>
            <a:r>
              <a:rPr lang="en-US" altLang="zh-CN" sz="2400">
                <a:latin typeface="宋体" pitchFamily="2" charset="-122"/>
              </a:rPr>
              <a:t>1</a:t>
            </a:r>
            <a:r>
              <a:rPr lang="zh-CN" altLang="en-US" sz="2400">
                <a:latin typeface="宋体" pitchFamily="2" charset="-122"/>
              </a:rPr>
              <a:t>，表明序列中没有任何字符串。</a:t>
            </a:r>
          </a:p>
          <a:p>
            <a:pPr>
              <a:lnSpc>
                <a:spcPct val="80000"/>
              </a:lnSpc>
            </a:pPr>
            <a:r>
              <a:rPr lang="zh-CN" altLang="en-US" sz="2400">
                <a:latin typeface="宋体" pitchFamily="2" charset="-122"/>
              </a:rPr>
              <a:t>只有惟一参数（</a:t>
            </a:r>
            <a:r>
              <a:rPr lang="en-US" altLang="zh-CN" sz="2400" b="1">
                <a:latin typeface="宋体" pitchFamily="2" charset="-122"/>
              </a:rPr>
              <a:t>const char*</a:t>
            </a:r>
            <a:r>
              <a:rPr lang="zh-CN" altLang="en-US" sz="2400">
                <a:latin typeface="宋体" pitchFamily="2" charset="-122"/>
              </a:rPr>
              <a:t>类型）的构造函数完成如下操作：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latin typeface="宋体" pitchFamily="2" charset="-122"/>
              </a:rPr>
              <a:t>设定最后一个字符串的索引值为－</a:t>
            </a:r>
            <a:r>
              <a:rPr lang="en-US" altLang="zh-CN" sz="2400">
                <a:latin typeface="宋体" pitchFamily="2" charset="-122"/>
              </a:rPr>
              <a:t>1</a:t>
            </a:r>
            <a:r>
              <a:rPr lang="zh-CN" altLang="en-US" sz="2400">
                <a:latin typeface="宋体" pitchFamily="2" charset="-122"/>
              </a:rPr>
              <a:t>，表明序列中没有任何字符串。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latin typeface="宋体" pitchFamily="2" charset="-122"/>
              </a:rPr>
              <a:t>将传递进来的代表文件名的字符串拷贝到相应的数据成员中。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latin typeface="宋体" pitchFamily="2" charset="-122"/>
              </a:rPr>
              <a:t>尝试打开该文件用于输入，如果文件不能打开，构造函数直接返回。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latin typeface="宋体" pitchFamily="2" charset="-122"/>
              </a:rPr>
              <a:t>从文件中读入序列，直到文件结尾或是内存不够。</a:t>
            </a:r>
          </a:p>
          <a:p>
            <a:pPr lvl="1">
              <a:lnSpc>
                <a:spcPct val="80000"/>
              </a:lnSpc>
            </a:pPr>
            <a:r>
              <a:rPr lang="zh-CN" altLang="en-US" sz="2400">
                <a:latin typeface="宋体" pitchFamily="2" charset="-122"/>
              </a:rPr>
              <a:t>关闭文件。</a:t>
            </a:r>
          </a:p>
          <a:p>
            <a:pPr>
              <a:lnSpc>
                <a:spcPct val="80000"/>
              </a:lnSpc>
            </a:pP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3518496280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C63A-50FA-4BE9-A9A9-F2E89D11A6D3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析构函数完成如下操作：</a:t>
            </a:r>
          </a:p>
          <a:p>
            <a:pPr lvl="1"/>
            <a:r>
              <a:rPr lang="zh-CN" altLang="en-US"/>
              <a:t>如果文件名是一个</a:t>
            </a:r>
            <a:r>
              <a:rPr lang="en-US" altLang="zh-CN"/>
              <a:t>n u l l</a:t>
            </a:r>
            <a:r>
              <a:rPr lang="zh-CN" altLang="en-US"/>
              <a:t>字符串则返回。</a:t>
            </a:r>
          </a:p>
          <a:p>
            <a:pPr lvl="1"/>
            <a:r>
              <a:rPr lang="zh-CN" altLang="en-US"/>
              <a:t>打开该文件用于输出。</a:t>
            </a:r>
          </a:p>
          <a:p>
            <a:pPr lvl="1"/>
            <a:r>
              <a:rPr lang="zh-CN" altLang="en-US"/>
              <a:t>将序列写入到文件中。</a:t>
            </a:r>
          </a:p>
          <a:p>
            <a:pPr lvl="1"/>
            <a:r>
              <a:rPr lang="zh-CN" altLang="en-US"/>
              <a:t>关闭文件。</a:t>
            </a:r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4257707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6C69-82F2-41F5-9E53-7B246DCFE105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b="1">
                <a:latin typeface="宋体" pitchFamily="2" charset="-122"/>
              </a:rPr>
              <a:t>SortedSeq</a:t>
            </a:r>
            <a:r>
              <a:rPr lang="zh-CN" altLang="en-US" sz="2400">
                <a:latin typeface="宋体" pitchFamily="2" charset="-122"/>
              </a:rPr>
              <a:t>可从</a:t>
            </a:r>
            <a:r>
              <a:rPr lang="en-US" altLang="zh-CN" sz="2400" b="1">
                <a:latin typeface="宋体" pitchFamily="2" charset="-122"/>
              </a:rPr>
              <a:t>Sequence</a:t>
            </a:r>
            <a:r>
              <a:rPr lang="zh-CN" altLang="en-US" sz="2400">
                <a:latin typeface="宋体" pitchFamily="2" charset="-122"/>
              </a:rPr>
              <a:t>类派生出</a:t>
            </a:r>
          </a:p>
          <a:p>
            <a:r>
              <a:rPr lang="en-US" altLang="zh-CN" sz="2400" b="1">
                <a:latin typeface="宋体" pitchFamily="2" charset="-122"/>
              </a:rPr>
              <a:t>SortedSeq</a:t>
            </a:r>
            <a:r>
              <a:rPr lang="zh-CN" altLang="en-US" sz="2400">
                <a:latin typeface="宋体" pitchFamily="2" charset="-122"/>
              </a:rPr>
              <a:t>类没有添加新的数据成员，所有数据成员均由</a:t>
            </a:r>
            <a:r>
              <a:rPr lang="en-US" altLang="zh-CN" sz="2400" b="1">
                <a:latin typeface="宋体" pitchFamily="2" charset="-122"/>
              </a:rPr>
              <a:t>Sequence</a:t>
            </a:r>
            <a:r>
              <a:rPr lang="zh-CN" altLang="en-US" sz="2400">
                <a:latin typeface="宋体" pitchFamily="2" charset="-122"/>
              </a:rPr>
              <a:t>类继承而来。</a:t>
            </a:r>
          </a:p>
          <a:p>
            <a:r>
              <a:rPr lang="en-US" altLang="zh-CN" sz="2400" b="1">
                <a:latin typeface="宋体" pitchFamily="2" charset="-122"/>
              </a:rPr>
              <a:t>SortedSeq</a:t>
            </a:r>
            <a:r>
              <a:rPr lang="zh-CN" altLang="en-US" sz="2400">
                <a:latin typeface="宋体" pitchFamily="2" charset="-122"/>
              </a:rPr>
              <a:t>类定义了一个用于插入元素的成员函数，该函数只有一个参数：将要被插入的元素。至于元素插入的位置，不需要作为该函数的参数，因为</a:t>
            </a:r>
            <a:r>
              <a:rPr lang="en-US" altLang="zh-CN" sz="2800"/>
              <a:t>SortedSeq</a:t>
            </a:r>
            <a:r>
              <a:rPr lang="zh-CN" altLang="en-US" sz="2400">
                <a:latin typeface="宋体" pitchFamily="2" charset="-122"/>
              </a:rPr>
              <a:t>中的元素是有序的，插入位置可通过计算获得。</a:t>
            </a:r>
          </a:p>
        </p:txBody>
      </p:sp>
    </p:spTree>
    <p:extLst>
      <p:ext uri="{BB962C8B-B14F-4D97-AF65-F5344CB8AC3E}">
        <p14:creationId xmlns:p14="http://schemas.microsoft.com/office/powerpoint/2010/main" val="821301189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2C148-B6AC-49F9-A6A4-8A8F85AE52A4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b="1"/>
              <a:t>SortedSeq</a:t>
            </a:r>
            <a:r>
              <a:rPr lang="zh-CN" altLang="en-US" sz="2800"/>
              <a:t>类的</a:t>
            </a:r>
            <a:r>
              <a:rPr lang="en-US" altLang="zh-CN" sz="2800" b="1"/>
              <a:t>sort</a:t>
            </a:r>
            <a:r>
              <a:rPr lang="zh-CN" altLang="en-US" sz="2800"/>
              <a:t>函数用来对序列进行排序，由于该函数仅为内部使用，因此设计为保护类型。</a:t>
            </a:r>
          </a:p>
          <a:p>
            <a:r>
              <a:rPr lang="en-US" altLang="zh-CN" sz="2800" b="1"/>
              <a:t>SortedSeq</a:t>
            </a:r>
            <a:r>
              <a:rPr lang="zh-CN" altLang="en-US" sz="2800"/>
              <a:t>类的默认构造函数调用</a:t>
            </a:r>
            <a:r>
              <a:rPr lang="en-US" altLang="zh-CN" sz="2800" b="1"/>
              <a:t>Sequence</a:t>
            </a:r>
            <a:r>
              <a:rPr lang="zh-CN" altLang="en-US" sz="2800"/>
              <a:t>类的默认构造函数。只有惟一参数的构造函数调用</a:t>
            </a:r>
            <a:r>
              <a:rPr lang="en-US" altLang="zh-CN" sz="2800" b="1"/>
              <a:t>Sequence</a:t>
            </a:r>
            <a:r>
              <a:rPr lang="zh-CN" altLang="en-US" sz="2800"/>
              <a:t>类的只有惟一参数的构造函数，并对输入的序列进行排序。</a:t>
            </a:r>
          </a:p>
          <a:p>
            <a:r>
              <a:rPr lang="en-US" altLang="zh-CN" sz="2800" b="1"/>
              <a:t>SortedSeq</a:t>
            </a:r>
            <a:r>
              <a:rPr lang="zh-CN" altLang="en-US" sz="2800"/>
              <a:t>类没有析构函数，它继承</a:t>
            </a:r>
            <a:r>
              <a:rPr lang="en-US" altLang="zh-CN" sz="2800" b="1"/>
              <a:t>Sequence</a:t>
            </a:r>
            <a:r>
              <a:rPr lang="zh-CN" altLang="en-US" sz="2800"/>
              <a:t>类的析构函数。</a:t>
            </a:r>
          </a:p>
          <a:p>
            <a:endParaRPr lang="en-US" altLang="zh-CN" sz="2800"/>
          </a:p>
        </p:txBody>
      </p:sp>
    </p:spTree>
    <p:extLst>
      <p:ext uri="{BB962C8B-B14F-4D97-AF65-F5344CB8AC3E}">
        <p14:creationId xmlns:p14="http://schemas.microsoft.com/office/powerpoint/2010/main" val="2671426752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FA56-B444-4FF0-A523-D90488BF2040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8062913" cy="1143000"/>
          </a:xfrm>
        </p:spPr>
        <p:txBody>
          <a:bodyPr/>
          <a:lstStyle/>
          <a:p>
            <a:r>
              <a:rPr lang="zh-CN" altLang="en-US" sz="4000"/>
              <a:t>示例程序：设计序列的类层次结构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866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sz="24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901700" y="2197100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en-US" altLang="zh-CN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</p:txBody>
      </p:sp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755650" y="1916113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zh-CN" altLang="en-US" dirty="0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7764D8-73ED-458C-AE31-2D8ED8C0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2836"/>
            <a:ext cx="2184851" cy="393041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5A8A9C3-E12C-497B-8C9C-071646705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1816100"/>
            <a:ext cx="2373610" cy="41053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883D34-037D-459A-B6CB-8F9311907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166" y="1733330"/>
            <a:ext cx="2480059" cy="457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00382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FA56-B444-4FF0-A523-D90488BF2040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8062913" cy="1143000"/>
          </a:xfrm>
        </p:spPr>
        <p:txBody>
          <a:bodyPr/>
          <a:lstStyle/>
          <a:p>
            <a:r>
              <a:rPr lang="zh-CN" altLang="en-US" sz="4000"/>
              <a:t>示例程序：设计序列的类层次结构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866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sz="24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901700" y="2197100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en-US" altLang="zh-CN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</p:txBody>
      </p:sp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755650" y="1916113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zh-CN" altLang="en-US" dirty="0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2240C31-90C6-43EB-AA90-DA114ECEB1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58"/>
          <a:stretch/>
        </p:blipFill>
        <p:spPr>
          <a:xfrm>
            <a:off x="602582" y="1766146"/>
            <a:ext cx="4819476" cy="49767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4FCF4EC-2CEF-4012-B2B6-2AC324EB05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6344" b="2859"/>
          <a:stretch/>
        </p:blipFill>
        <p:spPr>
          <a:xfrm>
            <a:off x="5148064" y="4254500"/>
            <a:ext cx="3827900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483505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FA56-B444-4FF0-A523-D90488BF2040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98214" y="332656"/>
            <a:ext cx="8062913" cy="739552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示例程序：设计序列的类层次结构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866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sz="24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901700" y="2197100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en-US" altLang="zh-CN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</p:txBody>
      </p:sp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755650" y="1916113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zh-CN" altLang="en-US" dirty="0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549B519-CA20-4F11-BE4D-3030EB7E4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14" y="1181100"/>
            <a:ext cx="1857686" cy="54601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3F8786-E2C3-414C-B136-B39BF83F5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020" y="1006050"/>
            <a:ext cx="3573708" cy="11259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30ACDDE-FFEE-4537-9677-F5A7C05FEA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43"/>
          <a:stretch/>
        </p:blipFill>
        <p:spPr>
          <a:xfrm>
            <a:off x="3339020" y="1981200"/>
            <a:ext cx="3393220" cy="476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258725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FA56-B444-4FF0-A523-D90488BF2040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8062913" cy="1143000"/>
          </a:xfrm>
        </p:spPr>
        <p:txBody>
          <a:bodyPr/>
          <a:lstStyle/>
          <a:p>
            <a:r>
              <a:rPr lang="zh-CN" altLang="en-US" sz="4000"/>
              <a:t>示例程序：设计序列的类层次结构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866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sz="24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901700" y="2197100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en-US" altLang="zh-CN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</p:txBody>
      </p:sp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755650" y="1916113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zh-CN" altLang="en-US" dirty="0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7764D8-73ED-458C-AE31-2D8ED8C0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2836"/>
            <a:ext cx="2184851" cy="393041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5A8A9C3-E12C-497B-8C9C-071646705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1816100"/>
            <a:ext cx="2373610" cy="41053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883D34-037D-459A-B6CB-8F9311907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166" y="1733330"/>
            <a:ext cx="2480059" cy="457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39137"/>
      </p:ext>
    </p:extLst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FA56-B444-4FF0-A523-D90488BF2040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8062913" cy="1143000"/>
          </a:xfrm>
        </p:spPr>
        <p:txBody>
          <a:bodyPr/>
          <a:lstStyle/>
          <a:p>
            <a:r>
              <a:rPr lang="zh-CN" altLang="en-US" sz="4000"/>
              <a:t>示例程序：设计序列的类层次结构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866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sz="24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901700" y="2197100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en-US" altLang="zh-CN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</p:txBody>
      </p:sp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755650" y="1916113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zh-CN" altLang="en-US" dirty="0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AFE3A6F-DD94-4456-8516-60735625CB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432"/>
          <a:stretch/>
        </p:blipFill>
        <p:spPr>
          <a:xfrm>
            <a:off x="820715" y="1665287"/>
            <a:ext cx="4500623" cy="8276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99AB8AE-4194-4C94-B97B-62DEE3549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492896"/>
            <a:ext cx="3831968" cy="409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648309"/>
      </p:ext>
    </p:ext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FA56-B444-4FF0-A523-D90488BF2040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8062913" cy="1143000"/>
          </a:xfrm>
        </p:spPr>
        <p:txBody>
          <a:bodyPr/>
          <a:lstStyle/>
          <a:p>
            <a:r>
              <a:rPr lang="zh-CN" altLang="en-US" sz="4000"/>
              <a:t>示例程序：设计序列的类层次结构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866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sz="24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901700" y="2197100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en-US" altLang="zh-CN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</p:txBody>
      </p:sp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755650" y="1916113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zh-CN" altLang="en-US" dirty="0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7D48FE-6F36-40EA-80DA-FD0A5CA7CD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55"/>
          <a:stretch/>
        </p:blipFill>
        <p:spPr>
          <a:xfrm>
            <a:off x="755576" y="1705635"/>
            <a:ext cx="5760640" cy="48917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A5D1E11-1D27-45DA-AC59-6300515560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216"/>
          <a:stretch/>
        </p:blipFill>
        <p:spPr>
          <a:xfrm>
            <a:off x="4894972" y="3643561"/>
            <a:ext cx="3925500" cy="223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95123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FA56-B444-4FF0-A523-D90488BF2040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8062913" cy="1143000"/>
          </a:xfrm>
        </p:spPr>
        <p:txBody>
          <a:bodyPr/>
          <a:lstStyle/>
          <a:p>
            <a:r>
              <a:rPr lang="zh-CN" altLang="en-US" sz="4000"/>
              <a:t>示例程序：设计序列的类层次结构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866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sz="24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901700" y="2197100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en-US" altLang="zh-CN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</p:txBody>
      </p:sp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755650" y="1916113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zh-CN" altLang="en-US" dirty="0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2F57E39-F132-4F7D-8B38-30A290E3B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60240"/>
            <a:ext cx="7749161" cy="355699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5CFA15D-AF88-4402-B496-75A4D229B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5324847"/>
            <a:ext cx="5040560" cy="105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97585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FA56-B444-4FF0-A523-D90488BF2040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8062913" cy="632012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示例程序：设计序列的类层次结构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866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sz="24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901700" y="2197100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en-US" altLang="zh-CN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</p:txBody>
      </p:sp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755650" y="1916113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zh-CN" altLang="en-US" dirty="0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0EBB91-5C1F-4850-8D15-E3839C461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13" y="1137025"/>
            <a:ext cx="4375167" cy="558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88232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2FA56-B444-4FF0-A523-D90488BF2040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52772"/>
            <a:ext cx="8062913" cy="632012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示例程序：设计序列的类层次结构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48665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sz="240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901700" y="2197100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sz="280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en-US" altLang="zh-CN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/>
          </a:p>
        </p:txBody>
      </p:sp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755650" y="1916113"/>
            <a:ext cx="7486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sz="2800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zh-CN" altLang="en-US" dirty="0"/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lang="zh-CN" altLang="en-US" dirty="0">
              <a:latin typeface="宋体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A17EF86-6508-4AB2-A88D-43B36862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22" y="1948770"/>
            <a:ext cx="8135422" cy="277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6604"/>
      </p:ext>
    </p:extLst>
  </p:cSld>
  <p:clrMapOvr>
    <a:masterClrMapping/>
  </p:clrMapOvr>
  <p:transition>
    <p:random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5924</TotalTime>
  <Words>533</Words>
  <Application>Microsoft Macintosh PowerPoint</Application>
  <PresentationFormat>全屏显示(4:3)</PresentationFormat>
  <Paragraphs>124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宋体</vt:lpstr>
      <vt:lpstr>Franklin Gothic Book</vt:lpstr>
      <vt:lpstr>Monotype Sorts</vt:lpstr>
      <vt:lpstr>Perpetua</vt:lpstr>
      <vt:lpstr>Times New Roman</vt:lpstr>
      <vt:lpstr>Wingdings 2</vt:lpstr>
      <vt:lpstr>平衡</vt:lpstr>
      <vt:lpstr>示例程序：设计序列的类层次结构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示例程序：设计序列的类层次结构</vt:lpstr>
      <vt:lpstr>示例程序：设计序列的类层次结构</vt:lpstr>
      <vt:lpstr>示例程序：设计序列的类层次结构</vt:lpstr>
      <vt:lpstr>示例程序：设计序列的类层次结构</vt:lpstr>
      <vt:lpstr>示例程序：设计序列的类层次结构</vt:lpstr>
      <vt:lpstr>示例程序：设计序列的类层次结构</vt:lpstr>
      <vt:lpstr>示例程序：设计序列的类层次结构</vt:lpstr>
      <vt:lpstr>示例程序：设计序列的类层次结构</vt:lpstr>
      <vt:lpstr>示例程序：设计序列的类层次结构</vt:lpstr>
    </vt:vector>
  </TitlesOfParts>
  <Company>中国人民大学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面向对象的程序设计及C++</dc:title>
  <dc:subject>第一章  概述</dc:subject>
  <dc:creator>Wang Liang</dc:creator>
  <cp:lastModifiedBy>zhangyc@swc.neu.edu.cn</cp:lastModifiedBy>
  <cp:revision>303</cp:revision>
  <dcterms:created xsi:type="dcterms:W3CDTF">2001-02-06T01:47:22Z</dcterms:created>
  <dcterms:modified xsi:type="dcterms:W3CDTF">2025-10-15T15:02:37Z</dcterms:modified>
</cp:coreProperties>
</file>